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fntdata" ContentType="application/x-fontdata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3648" r:id="rId1"/>
  </p:sldMasterIdLst>
  <p:notesMasterIdLst>
    <p:notesMasterId r:id="rId35"/>
  </p:notesMasterIdLst>
  <p:sldIdLst>
    <p:sldId id="735" r:id="rId2"/>
    <p:sldId id="948" r:id="rId3"/>
    <p:sldId id="973" r:id="rId4"/>
    <p:sldId id="972" r:id="rId5"/>
    <p:sldId id="970" r:id="rId6"/>
    <p:sldId id="975" r:id="rId7"/>
    <p:sldId id="825" r:id="rId8"/>
    <p:sldId id="974" r:id="rId9"/>
    <p:sldId id="976" r:id="rId10"/>
    <p:sldId id="977" r:id="rId11"/>
    <p:sldId id="978" r:id="rId12"/>
    <p:sldId id="979" r:id="rId13"/>
    <p:sldId id="980" r:id="rId14"/>
    <p:sldId id="981" r:id="rId15"/>
    <p:sldId id="982" r:id="rId16"/>
    <p:sldId id="983" r:id="rId17"/>
    <p:sldId id="984" r:id="rId18"/>
    <p:sldId id="988" r:id="rId19"/>
    <p:sldId id="987" r:id="rId20"/>
    <p:sldId id="990" r:id="rId21"/>
    <p:sldId id="956" r:id="rId22"/>
    <p:sldId id="969" r:id="rId23"/>
    <p:sldId id="992" r:id="rId24"/>
    <p:sldId id="993" r:id="rId25"/>
    <p:sldId id="996" r:id="rId26"/>
    <p:sldId id="995" r:id="rId27"/>
    <p:sldId id="1000" r:id="rId28"/>
    <p:sldId id="1001" r:id="rId29"/>
    <p:sldId id="997" r:id="rId30"/>
    <p:sldId id="998" r:id="rId31"/>
    <p:sldId id="1002" r:id="rId32"/>
    <p:sldId id="1003" r:id="rId33"/>
    <p:sldId id="952" r:id="rId34"/>
  </p:sldIdLst>
  <p:sldSz cx="24384000" cy="13716000"/>
  <p:notesSz cx="6858000" cy="9144000"/>
  <p:embeddedFontLst>
    <p:embeddedFont>
      <p:font typeface="SB Sans Display Light" panose="020B0604020202020204" charset="0"/>
      <p:regular r:id="rId36"/>
    </p:embeddedFont>
    <p:embeddedFont>
      <p:font typeface="SB Sans Display Semibold" panose="020B0703040504020204" pitchFamily="34" charset="0"/>
      <p:bold r:id="rId37"/>
    </p:embeddedFont>
    <p:embeddedFont>
      <p:font typeface="SB Sans Text" panose="020B0503040504020204" pitchFamily="34" charset="-52"/>
      <p:regular r:id="rId38"/>
      <p:bold r:id="rId39"/>
      <p:italic r:id="rId40"/>
      <p:boldItalic r:id="rId41"/>
    </p:embeddedFont>
    <p:embeddedFont>
      <p:font typeface="SB Sans Text Light" panose="020B0604020202020204" charset="-52"/>
      <p:regular r:id="rId42"/>
      <p:italic r:id="rId43"/>
    </p:embeddedFont>
  </p:embeddedFontLst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</a:defRPr>
    </a:defPPr>
    <a:lvl1pPr marL="0" marR="0" indent="0" algn="ctr" defTabSz="2438338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2400" b="0" i="0" u="none" strike="noStrike" cap="none" spc="0" normalizeH="0" baseline="0">
        <a:ln>
          <a:noFill/>
        </a:ln>
        <a:solidFill>
          <a:srgbClr val="5E5E5E"/>
        </a:solidFill>
        <a:effectLst/>
        <a:uFillTx/>
        <a:latin typeface="+mn-lt"/>
        <a:ea typeface="+mn-ea"/>
        <a:cs typeface="+mn-cs"/>
        <a:sym typeface="Helvetica Neue"/>
      </a:defRPr>
    </a:lvl1pPr>
    <a:lvl2pPr marL="0" marR="0" indent="457200" algn="ctr" defTabSz="2438338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2400" b="0" i="0" u="none" strike="noStrike" cap="none" spc="0" normalizeH="0" baseline="0">
        <a:ln>
          <a:noFill/>
        </a:ln>
        <a:solidFill>
          <a:srgbClr val="5E5E5E"/>
        </a:solidFill>
        <a:effectLst/>
        <a:uFillTx/>
        <a:latin typeface="+mn-lt"/>
        <a:ea typeface="+mn-ea"/>
        <a:cs typeface="+mn-cs"/>
        <a:sym typeface="Helvetica Neue"/>
      </a:defRPr>
    </a:lvl2pPr>
    <a:lvl3pPr marL="0" marR="0" indent="914400" algn="ctr" defTabSz="2438338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2400" b="0" i="0" u="none" strike="noStrike" cap="none" spc="0" normalizeH="0" baseline="0">
        <a:ln>
          <a:noFill/>
        </a:ln>
        <a:solidFill>
          <a:srgbClr val="5E5E5E"/>
        </a:solidFill>
        <a:effectLst/>
        <a:uFillTx/>
        <a:latin typeface="+mn-lt"/>
        <a:ea typeface="+mn-ea"/>
        <a:cs typeface="+mn-cs"/>
        <a:sym typeface="Helvetica Neue"/>
      </a:defRPr>
    </a:lvl3pPr>
    <a:lvl4pPr marL="0" marR="0" indent="1371600" algn="ctr" defTabSz="2438338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2400" b="0" i="0" u="none" strike="noStrike" cap="none" spc="0" normalizeH="0" baseline="0">
        <a:ln>
          <a:noFill/>
        </a:ln>
        <a:solidFill>
          <a:srgbClr val="5E5E5E"/>
        </a:solidFill>
        <a:effectLst/>
        <a:uFillTx/>
        <a:latin typeface="+mn-lt"/>
        <a:ea typeface="+mn-ea"/>
        <a:cs typeface="+mn-cs"/>
        <a:sym typeface="Helvetica Neue"/>
      </a:defRPr>
    </a:lvl4pPr>
    <a:lvl5pPr marL="0" marR="0" indent="1828800" algn="ctr" defTabSz="2438338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2400" b="0" i="0" u="none" strike="noStrike" cap="none" spc="0" normalizeH="0" baseline="0">
        <a:ln>
          <a:noFill/>
        </a:ln>
        <a:solidFill>
          <a:srgbClr val="5E5E5E"/>
        </a:solidFill>
        <a:effectLst/>
        <a:uFillTx/>
        <a:latin typeface="+mn-lt"/>
        <a:ea typeface="+mn-ea"/>
        <a:cs typeface="+mn-cs"/>
        <a:sym typeface="Helvetica Neue"/>
      </a:defRPr>
    </a:lvl5pPr>
    <a:lvl6pPr marL="0" marR="0" indent="2286000" algn="ctr" defTabSz="2438338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2400" b="0" i="0" u="none" strike="noStrike" cap="none" spc="0" normalizeH="0" baseline="0">
        <a:ln>
          <a:noFill/>
        </a:ln>
        <a:solidFill>
          <a:srgbClr val="5E5E5E"/>
        </a:solidFill>
        <a:effectLst/>
        <a:uFillTx/>
        <a:latin typeface="+mn-lt"/>
        <a:ea typeface="+mn-ea"/>
        <a:cs typeface="+mn-cs"/>
        <a:sym typeface="Helvetica Neue"/>
      </a:defRPr>
    </a:lvl6pPr>
    <a:lvl7pPr marL="0" marR="0" indent="2743200" algn="ctr" defTabSz="2438338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2400" b="0" i="0" u="none" strike="noStrike" cap="none" spc="0" normalizeH="0" baseline="0">
        <a:ln>
          <a:noFill/>
        </a:ln>
        <a:solidFill>
          <a:srgbClr val="5E5E5E"/>
        </a:solidFill>
        <a:effectLst/>
        <a:uFillTx/>
        <a:latin typeface="+mn-lt"/>
        <a:ea typeface="+mn-ea"/>
        <a:cs typeface="+mn-cs"/>
        <a:sym typeface="Helvetica Neue"/>
      </a:defRPr>
    </a:lvl7pPr>
    <a:lvl8pPr marL="0" marR="0" indent="3200400" algn="ctr" defTabSz="2438338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2400" b="0" i="0" u="none" strike="noStrike" cap="none" spc="0" normalizeH="0" baseline="0">
        <a:ln>
          <a:noFill/>
        </a:ln>
        <a:solidFill>
          <a:srgbClr val="5E5E5E"/>
        </a:solidFill>
        <a:effectLst/>
        <a:uFillTx/>
        <a:latin typeface="+mn-lt"/>
        <a:ea typeface="+mn-ea"/>
        <a:cs typeface="+mn-cs"/>
        <a:sym typeface="Helvetica Neue"/>
      </a:defRPr>
    </a:lvl8pPr>
    <a:lvl9pPr marL="0" marR="0" indent="3657600" algn="ctr" defTabSz="2438338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2400" b="0" i="0" u="none" strike="noStrike" cap="none" spc="0" normalizeH="0" baseline="0">
        <a:ln>
          <a:noFill/>
        </a:ln>
        <a:solidFill>
          <a:srgbClr val="5E5E5E"/>
        </a:solidFill>
        <a:effectLst/>
        <a:uFillTx/>
        <a:latin typeface="+mn-lt"/>
        <a:ea typeface="+mn-ea"/>
        <a:cs typeface="+mn-cs"/>
        <a:sym typeface="Helvetica Neue"/>
      </a:defRPr>
    </a:lvl9pPr>
  </p:defaultTextStyle>
  <p:extLst>
    <p:ext uri="{521415D9-36F7-43E2-AB2F-B90AF26B5E84}">
      <p14:sectionLst xmlns:p14="http://schemas.microsoft.com/office/powerpoint/2010/main">
        <p14:section name="Введение" id="{2AA305F5-9C1C-4FF7-9846-B77032ADA3F7}">
          <p14:sldIdLst>
            <p14:sldId id="735"/>
            <p14:sldId id="948"/>
            <p14:sldId id="973"/>
            <p14:sldId id="972"/>
            <p14:sldId id="970"/>
            <p14:sldId id="975"/>
            <p14:sldId id="825"/>
            <p14:sldId id="974"/>
            <p14:sldId id="976"/>
            <p14:sldId id="977"/>
            <p14:sldId id="978"/>
            <p14:sldId id="979"/>
            <p14:sldId id="980"/>
            <p14:sldId id="981"/>
            <p14:sldId id="982"/>
            <p14:sldId id="983"/>
            <p14:sldId id="984"/>
            <p14:sldId id="988"/>
            <p14:sldId id="987"/>
            <p14:sldId id="990"/>
            <p14:sldId id="956"/>
            <p14:sldId id="969"/>
            <p14:sldId id="992"/>
            <p14:sldId id="993"/>
            <p14:sldId id="996"/>
            <p14:sldId id="995"/>
            <p14:sldId id="1000"/>
            <p14:sldId id="1001"/>
            <p14:sldId id="997"/>
            <p14:sldId id="998"/>
            <p14:sldId id="1002"/>
            <p14:sldId id="1003"/>
            <p14:sldId id="95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940675A-B579-460E-94D1-54222C63F5DA}">
  <a:tblStyle styleId="{4C3C2611-4C71-4FC5-86AE-919BDF0F9419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wholeTbl>
    <a:band2H>
      <a:tcTxStyle/>
      <a:tcStyle>
        <a:tcBdr/>
        <a:fill>
          <a:solidFill>
            <a:srgbClr val="E3E5E8"/>
          </a:solidFill>
        </a:fill>
      </a:tcStyle>
    </a:band2H>
    <a:firstCol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381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381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lastRow>
    <a:fir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prstDash val="solid"/>
              <a:miter lim="400000"/>
            </a:ln>
          </a:top>
          <a:bottom>
            <a:ln w="381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firstRow>
  </a:tblStyle>
  <a:tblStyle styleId="{C7B018BB-80A7-4F77-B60F-C8B233D01FF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536773"/>
              </a:solidFill>
              <a:prstDash val="solid"/>
              <a:miter lim="400000"/>
            </a:ln>
          </a:left>
          <a:right>
            <a:ln w="12700" cap="flat">
              <a:solidFill>
                <a:srgbClr val="536773"/>
              </a:solidFill>
              <a:prstDash val="solid"/>
              <a:miter lim="400000"/>
            </a:ln>
          </a:right>
          <a:top>
            <a:ln w="12700" cap="flat">
              <a:solidFill>
                <a:srgbClr val="536773"/>
              </a:solidFill>
              <a:prstDash val="solid"/>
              <a:miter lim="400000"/>
            </a:ln>
          </a:top>
          <a:bottom>
            <a:ln w="12700" cap="flat">
              <a:solidFill>
                <a:srgbClr val="536773"/>
              </a:solidFill>
              <a:prstDash val="solid"/>
              <a:miter lim="400000"/>
            </a:ln>
          </a:bottom>
          <a:insideH>
            <a:ln w="12700" cap="flat">
              <a:solidFill>
                <a:srgbClr val="536773"/>
              </a:solidFill>
              <a:prstDash val="solid"/>
              <a:miter lim="400000"/>
            </a:ln>
          </a:insideH>
          <a:insideV>
            <a:ln w="12700" cap="flat">
              <a:solidFill>
                <a:srgbClr val="536773"/>
              </a:solidFill>
              <a:prstDash val="solid"/>
              <a:miter lim="400000"/>
            </a:ln>
          </a:insideV>
        </a:tcBdr>
        <a:fill>
          <a:noFill/>
        </a:fill>
      </a:tcStyle>
    </a:wholeTbl>
    <a:band2H>
      <a:tcTxStyle/>
      <a:tcStyle>
        <a:tcBdr/>
        <a:fill>
          <a:solidFill>
            <a:srgbClr val="E3E5E8"/>
          </a:solidFill>
        </a:fill>
      </a:tcStyle>
    </a:band2H>
    <a:firstCol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254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536773"/>
              </a:solidFill>
              <a:prstDash val="solid"/>
              <a:miter lim="400000"/>
            </a:ln>
          </a:top>
          <a:bottom>
            <a:ln w="12700" cap="flat">
              <a:solidFill>
                <a:srgbClr val="536773"/>
              </a:solidFill>
              <a:prstDash val="solid"/>
              <a:miter lim="400000"/>
            </a:ln>
          </a:bottom>
          <a:insideH>
            <a:ln w="12700" cap="flat">
              <a:solidFill>
                <a:srgbClr val="536773"/>
              </a:solidFill>
              <a:prstDash val="solid"/>
              <a:miter lim="400000"/>
            </a:ln>
          </a:insideH>
          <a:insideV>
            <a:ln w="12700" cap="flat">
              <a:solidFill>
                <a:srgbClr val="536773"/>
              </a:solidFill>
              <a:prstDash val="solid"/>
              <a:miter lim="400000"/>
            </a:ln>
          </a:insideV>
        </a:tcBdr>
        <a:fill>
          <a:noFill/>
        </a:fill>
      </a:tcStyle>
    </a:firstCol>
    <a:lastRow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536773"/>
              </a:solidFill>
              <a:prstDash val="solid"/>
              <a:miter lim="400000"/>
            </a:ln>
          </a:left>
          <a:right>
            <a:ln w="12700" cap="flat">
              <a:solidFill>
                <a:srgbClr val="536773"/>
              </a:solidFill>
              <a:prstDash val="solid"/>
              <a:miter lim="400000"/>
            </a:ln>
          </a:right>
          <a:top>
            <a:ln w="381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536773"/>
              </a:solidFill>
              <a:prstDash val="solid"/>
              <a:miter lim="400000"/>
            </a:ln>
          </a:insideH>
          <a:insideV>
            <a:ln w="12700" cap="flat">
              <a:solidFill>
                <a:srgbClr val="536773"/>
              </a:solidFill>
              <a:prstDash val="solid"/>
              <a:miter lim="400000"/>
            </a:ln>
          </a:insideV>
        </a:tcBdr>
        <a:fill>
          <a:noFill/>
        </a:fill>
      </a:tcStyle>
    </a:lastRow>
    <a:fir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536773"/>
              </a:solidFill>
              <a:prstDash val="solid"/>
              <a:miter lim="400000"/>
            </a:ln>
          </a:left>
          <a:right>
            <a:ln w="12700" cap="flat">
              <a:solidFill>
                <a:srgbClr val="536773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536773"/>
              </a:solidFill>
              <a:prstDash val="solid"/>
              <a:miter lim="400000"/>
            </a:ln>
          </a:insideH>
          <a:insideV>
            <a:ln w="12700" cap="flat">
              <a:solidFill>
                <a:srgbClr val="536773"/>
              </a:solidFill>
              <a:prstDash val="solid"/>
              <a:miter lim="400000"/>
            </a:ln>
          </a:insideV>
        </a:tcBdr>
        <a:fill>
          <a:solidFill>
            <a:schemeClr val="accent1">
              <a:lumOff val="16847"/>
            </a:schemeClr>
          </a:solidFill>
        </a:fill>
      </a:tcStyle>
    </a:firstRow>
  </a:tblStyle>
  <a:tblStyle styleId="{EEE7283C-3CF3-47DC-8721-378D4A62B22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838383"/>
              </a:solidFill>
              <a:prstDash val="solid"/>
              <a:miter lim="400000"/>
            </a:ln>
          </a:left>
          <a:right>
            <a:ln w="12700" cap="flat">
              <a:solidFill>
                <a:srgbClr val="838383"/>
              </a:solidFill>
              <a:prstDash val="solid"/>
              <a:miter lim="400000"/>
            </a:ln>
          </a:right>
          <a:top>
            <a:ln w="12700" cap="flat">
              <a:solidFill>
                <a:srgbClr val="838383"/>
              </a:solidFill>
              <a:prstDash val="solid"/>
              <a:miter lim="400000"/>
            </a:ln>
          </a:top>
          <a:bottom>
            <a:ln w="12700" cap="flat">
              <a:solidFill>
                <a:srgbClr val="838383"/>
              </a:solidFill>
              <a:prstDash val="solid"/>
              <a:miter lim="400000"/>
            </a:ln>
          </a:bottom>
          <a:insideH>
            <a:ln w="12700" cap="flat">
              <a:solidFill>
                <a:srgbClr val="838383"/>
              </a:solidFill>
              <a:prstDash val="solid"/>
              <a:miter lim="400000"/>
            </a:ln>
          </a:insideH>
          <a:insideV>
            <a:ln w="12700" cap="flat">
              <a:solidFill>
                <a:srgbClr val="838383"/>
              </a:solidFill>
              <a:prstDash val="solid"/>
              <a:miter lim="400000"/>
            </a:ln>
          </a:insideV>
        </a:tcBdr>
        <a:fill>
          <a:noFill/>
        </a:fill>
      </a:tcStyle>
    </a:wholeTbl>
    <a:band2H>
      <a:tcTxStyle/>
      <a:tcStyle>
        <a:tcBdr/>
        <a:fill>
          <a:solidFill>
            <a:srgbClr val="EDEEEE"/>
          </a:solidFill>
        </a:fill>
      </a:tcStyle>
    </a:band2H>
    <a:firstCol>
      <a:tcTxStyle b="off" i="off">
        <a:font>
          <a:latin typeface="Helvetica Neue Medium"/>
          <a:ea typeface="Helvetica Neue Medium"/>
          <a:cs typeface="Helvetica Neue Medium"/>
        </a:font>
        <a:srgbClr val="000000"/>
      </a:tcTxStyle>
      <a:tcStyle>
        <a:tcBdr>
          <a:left>
            <a:ln w="12700" cap="flat">
              <a:solidFill>
                <a:srgbClr val="4D4D4D"/>
              </a:solidFill>
              <a:prstDash val="solid"/>
              <a:miter lim="400000"/>
            </a:ln>
          </a:left>
          <a:right>
            <a:ln w="12700" cap="flat">
              <a:solidFill>
                <a:srgbClr val="808080"/>
              </a:solidFill>
              <a:prstDash val="solid"/>
              <a:miter lim="400000"/>
            </a:ln>
          </a:right>
          <a:top>
            <a:ln w="12700" cap="flat">
              <a:solidFill>
                <a:srgbClr val="808080"/>
              </a:solidFill>
              <a:prstDash val="solid"/>
              <a:miter lim="400000"/>
            </a:ln>
          </a:top>
          <a:bottom>
            <a:ln w="12700" cap="flat">
              <a:solidFill>
                <a:srgbClr val="808080"/>
              </a:solidFill>
              <a:prstDash val="solid"/>
              <a:miter lim="400000"/>
            </a:ln>
          </a:bottom>
          <a:insideH>
            <a:ln w="12700" cap="flat">
              <a:solidFill>
                <a:srgbClr val="808080"/>
              </a:solidFill>
              <a:prstDash val="solid"/>
              <a:miter lim="400000"/>
            </a:ln>
          </a:insideH>
          <a:insideV>
            <a:ln w="12700" cap="flat">
              <a:solidFill>
                <a:srgbClr val="808080"/>
              </a:solidFill>
              <a:prstDash val="solid"/>
              <a:miter lim="400000"/>
            </a:ln>
          </a:insideV>
        </a:tcBdr>
        <a:fill>
          <a:solidFill>
            <a:srgbClr val="88FA4F"/>
          </a:solidFill>
        </a:fill>
      </a:tcStyle>
    </a:firstCol>
    <a:lastRow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38100" cap="flat">
              <a:solidFill>
                <a:schemeClr val="accent3"/>
              </a:solidFill>
              <a:prstDash val="solid"/>
              <a:miter lim="400000"/>
            </a:ln>
          </a:top>
          <a:bottom>
            <a:ln w="12700" cap="flat">
              <a:solidFill>
                <a:srgbClr val="4D4D4D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lastRow>
    <a:firstRow>
      <a:tcTxStyle b="off" i="off">
        <a:font>
          <a:latin typeface="Helvetica Neue Medium"/>
          <a:ea typeface="Helvetica Neue Medium"/>
          <a:cs typeface="Helvetica Neue Medium"/>
        </a:font>
        <a:srgbClr val="000000"/>
      </a:tcTxStyle>
      <a:tcStyle>
        <a:tcBdr>
          <a:left>
            <a:ln w="12700" cap="flat">
              <a:solidFill>
                <a:srgbClr val="4D4D4D"/>
              </a:solidFill>
              <a:prstDash val="solid"/>
              <a:miter lim="400000"/>
            </a:ln>
          </a:left>
          <a:right>
            <a:ln w="12700" cap="flat">
              <a:solidFill>
                <a:srgbClr val="4D4D4D"/>
              </a:solidFill>
              <a:prstDash val="solid"/>
              <a:miter lim="400000"/>
            </a:ln>
          </a:right>
          <a:top>
            <a:ln w="12700" cap="flat">
              <a:solidFill>
                <a:srgbClr val="4D4D4D"/>
              </a:solidFill>
              <a:prstDash val="solid"/>
              <a:miter lim="400000"/>
            </a:ln>
          </a:top>
          <a:bottom>
            <a:ln w="12700" cap="flat">
              <a:solidFill>
                <a:srgbClr val="4D4D4D"/>
              </a:solidFill>
              <a:prstDash val="solid"/>
              <a:miter lim="400000"/>
            </a:ln>
          </a:bottom>
          <a:insideH>
            <a:ln w="12700" cap="flat">
              <a:solidFill>
                <a:srgbClr val="4D4D4D"/>
              </a:solidFill>
              <a:prstDash val="solid"/>
              <a:miter lim="400000"/>
            </a:ln>
          </a:insideH>
          <a:insideV>
            <a:ln w="12700" cap="flat">
              <a:solidFill>
                <a:srgbClr val="4D4D4D"/>
              </a:solidFill>
              <a:prstDash val="solid"/>
              <a:miter lim="400000"/>
            </a:ln>
          </a:insideV>
        </a:tcBdr>
        <a:fill>
          <a:solidFill>
            <a:srgbClr val="60D937"/>
          </a:solidFill>
        </a:fill>
      </a:tcStyle>
    </a:firstRow>
  </a:tblStyle>
  <a:tblStyle styleId="{CF821DB8-F4EB-4A41-A1BA-3FCAFE7338EE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5B5A5A"/>
              </a:solidFill>
              <a:prstDash val="solid"/>
              <a:miter lim="400000"/>
            </a:ln>
          </a:left>
          <a:right>
            <a:ln w="12700" cap="flat">
              <a:solidFill>
                <a:srgbClr val="5B5A5A"/>
              </a:solidFill>
              <a:prstDash val="solid"/>
              <a:miter lim="400000"/>
            </a:ln>
          </a:right>
          <a:top>
            <a:ln w="12700" cap="flat">
              <a:solidFill>
                <a:srgbClr val="5B5A5A"/>
              </a:solidFill>
              <a:prstDash val="solid"/>
              <a:miter lim="400000"/>
            </a:ln>
          </a:top>
          <a:bottom>
            <a:ln w="12700" cap="flat">
              <a:solidFill>
                <a:srgbClr val="5B5A5A"/>
              </a:solidFill>
              <a:prstDash val="solid"/>
              <a:miter lim="400000"/>
            </a:ln>
          </a:bottom>
          <a:insideH>
            <a:ln w="12700" cap="flat">
              <a:solidFill>
                <a:srgbClr val="5B5A5A"/>
              </a:solidFill>
              <a:prstDash val="solid"/>
              <a:miter lim="400000"/>
            </a:ln>
          </a:insideH>
          <a:insideV>
            <a:ln w="12700" cap="flat">
              <a:solidFill>
                <a:srgbClr val="5B5A5A"/>
              </a:solidFill>
              <a:prstDash val="solid"/>
              <a:miter lim="400000"/>
            </a:ln>
          </a:insideV>
        </a:tcBdr>
        <a:fill>
          <a:solidFill>
            <a:srgbClr val="FAF7E9"/>
          </a:solidFill>
        </a:fill>
      </a:tcStyle>
    </a:wholeTbl>
    <a:band2H>
      <a:tcTxStyle/>
      <a:tcStyle>
        <a:tcBdr/>
        <a:fill>
          <a:solidFill>
            <a:schemeClr val="accent4">
              <a:hueOff val="348544"/>
              <a:lumOff val="7139"/>
            </a:schemeClr>
          </a:solidFill>
        </a:fill>
      </a:tcStyle>
    </a:band2H>
    <a:firstCol>
      <a:tcTxStyle b="off" i="off">
        <a:font>
          <a:latin typeface="Helvetica Neue Medium"/>
          <a:ea typeface="Helvetica Neue Medium"/>
          <a:cs typeface="Helvetica Neue Medium"/>
        </a:font>
        <a:srgbClr val="000000"/>
      </a:tcTxStyle>
      <a:tcStyle>
        <a:tcBdr>
          <a:left>
            <a:ln w="12700" cap="flat">
              <a:solidFill>
                <a:srgbClr val="5B5A5A"/>
              </a:solidFill>
              <a:prstDash val="solid"/>
              <a:miter lim="400000"/>
            </a:ln>
          </a:left>
          <a:right>
            <a:ln w="12700" cap="flat">
              <a:solidFill>
                <a:srgbClr val="5B5A5A"/>
              </a:solidFill>
              <a:prstDash val="solid"/>
              <a:miter lim="400000"/>
            </a:ln>
          </a:right>
          <a:top>
            <a:ln w="12700" cap="flat">
              <a:solidFill>
                <a:srgbClr val="5B5A5A"/>
              </a:solidFill>
              <a:prstDash val="solid"/>
              <a:miter lim="400000"/>
            </a:ln>
          </a:top>
          <a:bottom>
            <a:ln w="12700" cap="flat">
              <a:solidFill>
                <a:srgbClr val="5B5A5A"/>
              </a:solidFill>
              <a:prstDash val="solid"/>
              <a:miter lim="400000"/>
            </a:ln>
          </a:bottom>
          <a:insideH>
            <a:ln w="12700" cap="flat">
              <a:solidFill>
                <a:srgbClr val="5B5A5A"/>
              </a:solidFill>
              <a:prstDash val="solid"/>
              <a:miter lim="400000"/>
            </a:ln>
          </a:insideH>
          <a:insideV>
            <a:ln w="12700" cap="flat">
              <a:solidFill>
                <a:srgbClr val="5B5A5A"/>
              </a:solidFill>
              <a:prstDash val="solid"/>
              <a:miter lim="400000"/>
            </a:ln>
          </a:insideV>
        </a:tcBdr>
        <a:fill>
          <a:solidFill>
            <a:srgbClr val="F8BB00"/>
          </a:solidFill>
        </a:fill>
      </a:tcStyle>
    </a:firstCol>
    <a:lastRow>
      <a:tcTxStyle b="off" i="off">
        <a:font>
          <a:latin typeface="Helvetica Neue Medium"/>
          <a:ea typeface="Helvetica Neue Medium"/>
          <a:cs typeface="Helvetica Neue Medium"/>
        </a:font>
        <a:srgbClr val="000000"/>
      </a:tcTxStyle>
      <a:tcStyle>
        <a:tcBdr>
          <a:left>
            <a:ln w="12700" cap="flat">
              <a:solidFill>
                <a:srgbClr val="5B5A5A"/>
              </a:solidFill>
              <a:prstDash val="solid"/>
              <a:miter lim="400000"/>
            </a:ln>
          </a:left>
          <a:right>
            <a:ln w="12700" cap="flat">
              <a:solidFill>
                <a:srgbClr val="5B5A5A"/>
              </a:solidFill>
              <a:prstDash val="solid"/>
              <a:miter lim="400000"/>
            </a:ln>
          </a:right>
          <a:top>
            <a:ln w="38100" cap="flat">
              <a:solidFill>
                <a:srgbClr val="F8BA00"/>
              </a:solidFill>
              <a:prstDash val="solid"/>
              <a:miter lim="400000"/>
            </a:ln>
          </a:top>
          <a:bottom>
            <a:ln w="12700" cap="flat">
              <a:solidFill>
                <a:srgbClr val="5B5A5A"/>
              </a:solidFill>
              <a:prstDash val="solid"/>
              <a:miter lim="400000"/>
            </a:ln>
          </a:bottom>
          <a:insideH>
            <a:ln w="12700" cap="flat">
              <a:solidFill>
                <a:srgbClr val="5B5A5A"/>
              </a:solidFill>
              <a:prstDash val="solid"/>
              <a:miter lim="400000"/>
            </a:ln>
          </a:insideH>
          <a:insideV>
            <a:ln w="12700" cap="flat">
              <a:solidFill>
                <a:srgbClr val="5B5A5A"/>
              </a:solidFill>
              <a:prstDash val="solid"/>
              <a:miter lim="400000"/>
            </a:ln>
          </a:insideV>
        </a:tcBdr>
        <a:fill>
          <a:solidFill>
            <a:srgbClr val="FAF7E9"/>
          </a:solidFill>
        </a:fill>
      </a:tcStyle>
    </a:lastRow>
    <a:firstRow>
      <a:tcTxStyle b="off" i="off">
        <a:font>
          <a:latin typeface="Helvetica Neue Medium"/>
          <a:ea typeface="Helvetica Neue Medium"/>
          <a:cs typeface="Helvetica Neue Medium"/>
        </a:font>
        <a:srgbClr val="000000"/>
      </a:tcTxStyle>
      <a:tcStyle>
        <a:tcBdr>
          <a:left>
            <a:ln w="12700" cap="flat">
              <a:solidFill>
                <a:srgbClr val="5B5A5A"/>
              </a:solidFill>
              <a:prstDash val="solid"/>
              <a:miter lim="400000"/>
            </a:ln>
          </a:left>
          <a:right>
            <a:ln w="12700" cap="flat">
              <a:solidFill>
                <a:srgbClr val="5B5A5A"/>
              </a:solidFill>
              <a:prstDash val="solid"/>
              <a:miter lim="400000"/>
            </a:ln>
          </a:right>
          <a:top>
            <a:ln w="12700" cap="flat">
              <a:solidFill>
                <a:srgbClr val="5B5A5A"/>
              </a:solidFill>
              <a:prstDash val="solid"/>
              <a:miter lim="400000"/>
            </a:ln>
          </a:top>
          <a:bottom>
            <a:ln w="12700" cap="flat">
              <a:solidFill>
                <a:srgbClr val="5B5A5A"/>
              </a:solidFill>
              <a:prstDash val="solid"/>
              <a:miter lim="400000"/>
            </a:ln>
          </a:bottom>
          <a:insideH>
            <a:ln w="12700" cap="flat">
              <a:solidFill>
                <a:srgbClr val="5B5A5A"/>
              </a:solidFill>
              <a:prstDash val="solid"/>
              <a:miter lim="400000"/>
            </a:ln>
          </a:insideH>
          <a:insideV>
            <a:ln w="12700" cap="flat">
              <a:solidFill>
                <a:srgbClr val="5B5A5A"/>
              </a:solidFill>
              <a:prstDash val="solid"/>
              <a:miter lim="400000"/>
            </a:ln>
          </a:insideV>
        </a:tcBdr>
        <a:fill>
          <a:solidFill>
            <a:srgbClr val="FF9400"/>
          </a:solidFill>
        </a:fill>
      </a:tcStyle>
    </a:firstRow>
  </a:tblStyle>
  <a:tblStyle styleId="{33BA23B1-9221-436E-865A-0063620EA4FD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464646"/>
              </a:solidFill>
              <a:prstDash val="solid"/>
              <a:miter lim="400000"/>
            </a:ln>
          </a:left>
          <a:right>
            <a:ln w="12700" cap="flat">
              <a:solidFill>
                <a:srgbClr val="464646"/>
              </a:solidFill>
              <a:prstDash val="solid"/>
              <a:miter lim="400000"/>
            </a:ln>
          </a:right>
          <a:top>
            <a:ln w="12700" cap="flat">
              <a:solidFill>
                <a:srgbClr val="464646"/>
              </a:solidFill>
              <a:prstDash val="solid"/>
              <a:miter lim="400000"/>
            </a:ln>
          </a:top>
          <a:bottom>
            <a:ln w="12700" cap="flat">
              <a:solidFill>
                <a:srgbClr val="464646"/>
              </a:solidFill>
              <a:prstDash val="solid"/>
              <a:miter lim="400000"/>
            </a:ln>
          </a:bottom>
          <a:insideH>
            <a:ln w="12700" cap="flat">
              <a:solidFill>
                <a:srgbClr val="464646"/>
              </a:solidFill>
              <a:prstDash val="solid"/>
              <a:miter lim="400000"/>
            </a:ln>
          </a:insideH>
          <a:insideV>
            <a:ln w="12700" cap="flat">
              <a:solidFill>
                <a:srgbClr val="464646"/>
              </a:solidFill>
              <a:prstDash val="solid"/>
              <a:miter lim="400000"/>
            </a:ln>
          </a:insideV>
        </a:tcBdr>
        <a:fill>
          <a:noFill/>
        </a:fill>
      </a:tcStyle>
    </a:wholeTbl>
    <a:band2H>
      <a:tcTxStyle/>
      <a:tcStyle>
        <a:tcBdr/>
        <a:fill>
          <a:solidFill>
            <a:srgbClr val="D4D5D5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5E5E5E"/>
              </a:solidFill>
              <a:prstDash val="solid"/>
              <a:miter lim="400000"/>
            </a:ln>
          </a:left>
          <a:right>
            <a:ln w="12700" cap="flat">
              <a:solidFill>
                <a:srgbClr val="A6AAA9"/>
              </a:solidFill>
              <a:prstDash val="solid"/>
              <a:miter lim="400000"/>
            </a:ln>
          </a:right>
          <a:top>
            <a:ln w="12700" cap="flat">
              <a:solidFill>
                <a:srgbClr val="C3C3C3"/>
              </a:solidFill>
              <a:prstDash val="solid"/>
              <a:miter lim="400000"/>
            </a:ln>
          </a:top>
          <a:bottom>
            <a:ln w="12700" cap="flat">
              <a:solidFill>
                <a:srgbClr val="C3C3C3"/>
              </a:solidFill>
              <a:prstDash val="solid"/>
              <a:miter lim="400000"/>
            </a:ln>
          </a:bottom>
          <a:insideH>
            <a:ln w="12700" cap="flat">
              <a:solidFill>
                <a:srgbClr val="C3C3C3"/>
              </a:solidFill>
              <a:prstDash val="solid"/>
              <a:miter lim="400000"/>
            </a:ln>
          </a:insideH>
          <a:insideV>
            <a:ln w="12700" cap="flat">
              <a:solidFill>
                <a:srgbClr val="C3C3C3"/>
              </a:solidFill>
              <a:prstDash val="solid"/>
              <a:miter lim="400000"/>
            </a:ln>
          </a:insideV>
        </a:tcBdr>
        <a:fill>
          <a:solidFill>
            <a:srgbClr val="CB2A7B"/>
          </a:solidFill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5E5E5E"/>
              </a:solidFill>
              <a:prstDash val="solid"/>
              <a:miter lim="400000"/>
            </a:ln>
          </a:left>
          <a:right>
            <a:ln w="12700" cap="flat">
              <a:solidFill>
                <a:srgbClr val="5E5E5E"/>
              </a:solidFill>
              <a:prstDash val="solid"/>
              <a:miter lim="400000"/>
            </a:ln>
          </a:right>
          <a:top>
            <a:ln w="38100" cap="flat">
              <a:solidFill>
                <a:srgbClr val="CB297B"/>
              </a:solidFill>
              <a:prstDash val="solid"/>
              <a:miter lim="400000"/>
            </a:ln>
          </a:top>
          <a:bottom>
            <a:ln w="12700" cap="flat">
              <a:solidFill>
                <a:srgbClr val="5E5E5E"/>
              </a:solidFill>
              <a:prstDash val="solid"/>
              <a:miter lim="400000"/>
            </a:ln>
          </a:bottom>
          <a:insideH>
            <a:ln w="12700" cap="flat">
              <a:solidFill>
                <a:srgbClr val="5E5E5E"/>
              </a:solidFill>
              <a:prstDash val="solid"/>
              <a:miter lim="400000"/>
            </a:ln>
          </a:insideH>
          <a:insideV>
            <a:ln w="12700" cap="flat">
              <a:solidFill>
                <a:srgbClr val="5E5E5E"/>
              </a:solidFill>
              <a:prstDash val="solid"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A6AAA9"/>
              </a:solidFill>
              <a:prstDash val="solid"/>
              <a:miter lim="400000"/>
            </a:ln>
          </a:left>
          <a:right>
            <a:ln w="12700" cap="flat">
              <a:solidFill>
                <a:srgbClr val="A6AAA9"/>
              </a:solidFill>
              <a:prstDash val="solid"/>
              <a:miter lim="400000"/>
            </a:ln>
          </a:right>
          <a:top>
            <a:ln w="12700" cap="flat">
              <a:solidFill>
                <a:srgbClr val="5E5E5E"/>
              </a:solidFill>
              <a:prstDash val="solid"/>
              <a:miter lim="400000"/>
            </a:ln>
          </a:top>
          <a:bottom>
            <a:ln w="12700" cap="flat">
              <a:solidFill>
                <a:srgbClr val="A6AAA9"/>
              </a:solidFill>
              <a:prstDash val="solid"/>
              <a:miter lim="400000"/>
            </a:ln>
          </a:bottom>
          <a:insideH>
            <a:ln w="12700" cap="flat">
              <a:solidFill>
                <a:srgbClr val="A6AAA9"/>
              </a:solidFill>
              <a:prstDash val="solid"/>
              <a:miter lim="400000"/>
            </a:ln>
          </a:insideH>
          <a:insideV>
            <a:ln w="12700" cap="flat">
              <a:solidFill>
                <a:srgbClr val="A6AAA9"/>
              </a:solidFill>
              <a:prstDash val="solid"/>
              <a:miter lim="400000"/>
            </a:ln>
          </a:insideV>
        </a:tcBdr>
        <a:fill>
          <a:solidFill>
            <a:srgbClr val="991A5F"/>
          </a:solidFill>
        </a:fill>
      </a:tcStyle>
    </a:firstRow>
  </a:tblStyle>
  <a:tblStyle styleId="{2708684C-4D16-4618-839F-0558EEFCDFE6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top>
          <a:bottom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bottom>
          <a:insideH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wholeTbl>
    <a:band2H>
      <a:tcTxStyle/>
      <a:tcStyle>
        <a:tcBdr/>
        <a:fill>
          <a:solidFill>
            <a:srgbClr val="EDEEEE"/>
          </a:solidFill>
        </a:fill>
      </a:tcStyle>
    </a:band2H>
    <a:firstCol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6C6C6C"/>
              </a:solidFill>
              <a:prstDash val="solid"/>
              <a:miter lim="400000"/>
            </a:ln>
          </a:left>
          <a:right>
            <a:ln w="254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top>
          <a:bottom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bottom>
          <a:insideH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solidFill>
                <a:srgbClr val="6C6C6C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lastRow>
    <a:fir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6C6C6C"/>
              </a:solidFill>
              <a:prstDash val="solid"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solidFill>
            <a:srgbClr val="D6DCE0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8027" autoAdjust="0"/>
    <p:restoredTop sz="92982" autoAdjust="0"/>
  </p:normalViewPr>
  <p:slideViewPr>
    <p:cSldViewPr snapToGrid="0" snapToObjects="1">
      <p:cViewPr>
        <p:scale>
          <a:sx n="100" d="100"/>
          <a:sy n="100" d="100"/>
        </p:scale>
        <p:origin x="-3300" y="-21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font" Target="fonts/font4.fntdata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font" Target="fonts/font7.fntdata"/><Relationship Id="rId47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font" Target="fonts/font2.fntdata"/><Relationship Id="rId40" Type="http://schemas.openxmlformats.org/officeDocument/2006/relationships/font" Target="fonts/font5.fntdata"/><Relationship Id="rId45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font" Target="fonts/font1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notesMaster" Target="notesMasters/notesMaster1.xml"/><Relationship Id="rId43" Type="http://schemas.openxmlformats.org/officeDocument/2006/relationships/font" Target="fonts/font8.fntdata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font" Target="fonts/font3.fntdata"/><Relationship Id="rId46" Type="http://schemas.openxmlformats.org/officeDocument/2006/relationships/theme" Target="theme/theme1.xml"/><Relationship Id="rId20" Type="http://schemas.openxmlformats.org/officeDocument/2006/relationships/slide" Target="slides/slide19.xml"/><Relationship Id="rId41" Type="http://schemas.openxmlformats.org/officeDocument/2006/relationships/font" Target="fonts/font6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Shape 113"/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114" name="Shape 114"/>
          <p:cNvSpPr>
            <a:spLocks noGrp="1"/>
          </p:cNvSpPr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1pPr>
    <a:lvl2pPr indent="2286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2pPr>
    <a:lvl3pPr indent="4572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3pPr>
    <a:lvl4pPr indent="6858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4pPr>
    <a:lvl5pPr indent="9144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5pPr>
    <a:lvl6pPr indent="11430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6pPr>
    <a:lvl7pPr indent="13716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7pPr>
    <a:lvl8pPr indent="16002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8pPr>
    <a:lvl9pPr indent="18288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96819588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700410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420704844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29745901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55745552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94808742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59221348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70983958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428898922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9" name="Сгруппировать"/>
          <p:cNvGrpSpPr/>
          <p:nvPr/>
        </p:nvGrpSpPr>
        <p:grpSpPr>
          <a:xfrm>
            <a:off x="-1253454" y="-2469690"/>
            <a:ext cx="27406281" cy="20541800"/>
            <a:chOff x="0" y="0"/>
            <a:chExt cx="27406280" cy="20541798"/>
          </a:xfrm>
        </p:grpSpPr>
        <p:sp>
          <p:nvSpPr>
            <p:cNvPr id="26" name="Кружок"/>
            <p:cNvSpPr/>
            <p:nvPr/>
          </p:nvSpPr>
          <p:spPr>
            <a:xfrm>
              <a:off x="0" y="1535805"/>
              <a:ext cx="13716000" cy="13716001"/>
            </a:xfrm>
            <a:prstGeom prst="ellipse">
              <a:avLst/>
            </a:prstGeom>
            <a:gradFill flip="none" rotWithShape="1">
              <a:gsLst>
                <a:gs pos="0">
                  <a:srgbClr val="08BC08">
                    <a:alpha val="24591"/>
                  </a:srgbClr>
                </a:gs>
                <a:gs pos="100000">
                  <a:srgbClr val="08BC08">
                    <a:alpha val="0"/>
                  </a:srgbClr>
                </a:gs>
              </a:gsLst>
              <a:path path="shape">
                <a:fillToRect l="50000" t="50000" r="50000" b="50000"/>
              </a:path>
            </a:gra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000000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27" name="Кружок"/>
            <p:cNvSpPr/>
            <p:nvPr/>
          </p:nvSpPr>
          <p:spPr>
            <a:xfrm>
              <a:off x="6022436" y="6825798"/>
              <a:ext cx="13716001" cy="13716001"/>
            </a:xfrm>
            <a:prstGeom prst="ellipse">
              <a:avLst/>
            </a:prstGeom>
            <a:gradFill flip="none" rotWithShape="1">
              <a:gsLst>
                <a:gs pos="0">
                  <a:srgbClr val="31C2A7">
                    <a:alpha val="24802"/>
                  </a:srgbClr>
                </a:gs>
                <a:gs pos="100000">
                  <a:srgbClr val="209F6D">
                    <a:alpha val="0"/>
                  </a:srgbClr>
                </a:gs>
              </a:gsLst>
              <a:path path="shape">
                <a:fillToRect l="50000" t="50000" r="50000" b="50000"/>
              </a:path>
            </a:gra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000000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28" name="Кружок"/>
            <p:cNvSpPr/>
            <p:nvPr/>
          </p:nvSpPr>
          <p:spPr>
            <a:xfrm>
              <a:off x="13690280" y="0"/>
              <a:ext cx="13716001" cy="13716000"/>
            </a:xfrm>
            <a:prstGeom prst="ellipse">
              <a:avLst/>
            </a:prstGeom>
            <a:gradFill flip="none" rotWithShape="1">
              <a:gsLst>
                <a:gs pos="566">
                  <a:srgbClr val="1164C0">
                    <a:alpha val="25431"/>
                  </a:srgbClr>
                </a:gs>
                <a:gs pos="100000">
                  <a:srgbClr val="1164C0">
                    <a:alpha val="0"/>
                  </a:srgbClr>
                </a:gs>
              </a:gsLst>
              <a:path path="shape">
                <a:fillToRect l="50000" t="50000" r="50000" b="50000"/>
              </a:path>
            </a:gra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000000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sp>
        <p:nvSpPr>
          <p:cNvPr id="30" name="Номер слайда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2" name="Сгруппировать"/>
          <p:cNvGrpSpPr/>
          <p:nvPr/>
        </p:nvGrpSpPr>
        <p:grpSpPr>
          <a:xfrm rot="10800000">
            <a:off x="5578827" y="-6990254"/>
            <a:ext cx="21773544" cy="27432001"/>
            <a:chOff x="0" y="0"/>
            <a:chExt cx="21773544" cy="27432000"/>
          </a:xfrm>
        </p:grpSpPr>
        <p:sp>
          <p:nvSpPr>
            <p:cNvPr id="59" name="Кружок"/>
            <p:cNvSpPr/>
            <p:nvPr/>
          </p:nvSpPr>
          <p:spPr>
            <a:xfrm>
              <a:off x="0" y="13716000"/>
              <a:ext cx="13716000" cy="13716001"/>
            </a:xfrm>
            <a:prstGeom prst="ellipse">
              <a:avLst/>
            </a:prstGeom>
            <a:gradFill flip="none" rotWithShape="1">
              <a:gsLst>
                <a:gs pos="0">
                  <a:srgbClr val="08BC08">
                    <a:alpha val="24591"/>
                  </a:srgbClr>
                </a:gs>
                <a:gs pos="100000">
                  <a:srgbClr val="08BC08">
                    <a:alpha val="0"/>
                  </a:srgbClr>
                </a:gs>
              </a:gsLst>
              <a:path path="shape">
                <a:fillToRect l="50000" t="50000" r="50000" b="50000"/>
              </a:path>
            </a:gra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000000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60" name="Кружок"/>
            <p:cNvSpPr/>
            <p:nvPr/>
          </p:nvSpPr>
          <p:spPr>
            <a:xfrm>
              <a:off x="2432326" y="0"/>
              <a:ext cx="13716001" cy="13716000"/>
            </a:xfrm>
            <a:prstGeom prst="ellipse">
              <a:avLst/>
            </a:prstGeom>
            <a:gradFill flip="none" rotWithShape="1">
              <a:gsLst>
                <a:gs pos="0">
                  <a:srgbClr val="31C2A7">
                    <a:alpha val="24802"/>
                  </a:srgbClr>
                </a:gs>
                <a:gs pos="100000">
                  <a:srgbClr val="209F6D">
                    <a:alpha val="0"/>
                  </a:srgbClr>
                </a:gs>
              </a:gsLst>
              <a:path path="shape">
                <a:fillToRect l="50000" t="50000" r="50000" b="50000"/>
              </a:path>
            </a:gra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000000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61" name="Кружок"/>
            <p:cNvSpPr/>
            <p:nvPr/>
          </p:nvSpPr>
          <p:spPr>
            <a:xfrm>
              <a:off x="8057544" y="9195436"/>
              <a:ext cx="13716001" cy="13716001"/>
            </a:xfrm>
            <a:prstGeom prst="ellipse">
              <a:avLst/>
            </a:prstGeom>
            <a:gradFill flip="none" rotWithShape="1">
              <a:gsLst>
                <a:gs pos="566">
                  <a:srgbClr val="1164C0">
                    <a:alpha val="25431"/>
                  </a:srgbClr>
                </a:gs>
                <a:gs pos="100000">
                  <a:srgbClr val="1164C0">
                    <a:alpha val="0"/>
                  </a:srgbClr>
                </a:gs>
              </a:gsLst>
              <a:path path="shape">
                <a:fillToRect l="50000" t="50000" r="50000" b="50000"/>
              </a:path>
            </a:gra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000000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sp>
        <p:nvSpPr>
          <p:cNvPr id="63" name="Номер слайда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слайда"/>
          <p:cNvSpPr txBox="1">
            <a:spLocks noGrp="1"/>
          </p:cNvSpPr>
          <p:nvPr>
            <p:ph type="title" hasCustomPrompt="1"/>
          </p:nvPr>
        </p:nvSpPr>
        <p:spPr>
          <a:xfrm>
            <a:off x="1238509" y="857250"/>
            <a:ext cx="21906982" cy="49911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>
            <a:normAutofit/>
          </a:bodyPr>
          <a:lstStyle/>
          <a:p>
            <a:r>
              <a:t>Заголовок слайда</a:t>
            </a:r>
          </a:p>
        </p:txBody>
      </p:sp>
      <p:sp>
        <p:nvSpPr>
          <p:cNvPr id="3" name="Уровень текста 1…"/>
          <p:cNvSpPr txBox="1">
            <a:spLocks noGrp="1"/>
          </p:cNvSpPr>
          <p:nvPr>
            <p:ph type="body" idx="1"/>
          </p:nvPr>
        </p:nvSpPr>
        <p:spPr>
          <a:xfrm>
            <a:off x="1524000" y="3745489"/>
            <a:ext cx="10477500" cy="825601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>
            <a:normAutofit/>
          </a:bodyPr>
          <a:lstStyle/>
          <a:p>
            <a:r>
              <a:t>Уровень текста 1</a:t>
            </a:r>
          </a:p>
          <a:p>
            <a:pPr lvl="1"/>
            <a:r>
              <a:t>Уровень текста 2</a:t>
            </a:r>
          </a:p>
          <a:p>
            <a:pPr lvl="2"/>
            <a:r>
              <a:t>Уровень текста 3</a:t>
            </a:r>
          </a:p>
          <a:p>
            <a:pPr lvl="3"/>
            <a:r>
              <a:t>Уровень текста 4</a:t>
            </a:r>
          </a:p>
          <a:p>
            <a:pPr lvl="4"/>
            <a:r>
              <a:t>Уровень текста 5</a:t>
            </a:r>
          </a:p>
        </p:txBody>
      </p:sp>
      <p:sp>
        <p:nvSpPr>
          <p:cNvPr id="4" name="Номер слайда"/>
          <p:cNvSpPr txBox="1">
            <a:spLocks noGrp="1"/>
          </p:cNvSpPr>
          <p:nvPr>
            <p:ph type="sldNum" sz="quarter" idx="2"/>
          </p:nvPr>
        </p:nvSpPr>
        <p:spPr>
          <a:xfrm>
            <a:off x="12001499" y="13080999"/>
            <a:ext cx="368505" cy="374600"/>
          </a:xfrm>
          <a:prstGeom prst="rect">
            <a:avLst/>
          </a:prstGeom>
          <a:ln w="12700">
            <a:miter lim="400000"/>
          </a:ln>
        </p:spPr>
        <p:txBody>
          <a:bodyPr wrap="none" lIns="50800" tIns="50800" rIns="50800" bIns="50800" anchor="b">
            <a:spAutoFit/>
          </a:bodyPr>
          <a:lstStyle>
            <a:lvl1pPr defTabSz="584200">
              <a:defRPr sz="1800">
                <a:solidFill>
                  <a:srgbClr val="000000"/>
                </a:solidFill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4" r:id="rId2"/>
  </p:sldLayoutIdLst>
  <p:transition spd="med"/>
  <p:txStyles>
    <p:titleStyle>
      <a:lvl1pPr marL="0" marR="0" indent="0" algn="l" defTabSz="2438338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0000" b="0" i="0" u="none" strike="noStrike" cap="none" spc="-600" baseline="0">
          <a:solidFill>
            <a:srgbClr val="000000"/>
          </a:solidFill>
          <a:uFillTx/>
          <a:latin typeface="SB Sans Display Semibold"/>
          <a:ea typeface="SB Sans Display Semibold"/>
          <a:cs typeface="SB Sans Display Semibold"/>
          <a:sym typeface="SB Sans Display Semibold"/>
        </a:defRPr>
      </a:lvl1pPr>
      <a:lvl2pPr marL="0" marR="0" indent="457200" algn="l" defTabSz="2438338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0000" b="0" i="0" u="none" strike="noStrike" cap="none" spc="-600" baseline="0">
          <a:solidFill>
            <a:srgbClr val="000000"/>
          </a:solidFill>
          <a:uFillTx/>
          <a:latin typeface="SB Sans Display Semibold"/>
          <a:ea typeface="SB Sans Display Semibold"/>
          <a:cs typeface="SB Sans Display Semibold"/>
          <a:sym typeface="SB Sans Display Semibold"/>
        </a:defRPr>
      </a:lvl2pPr>
      <a:lvl3pPr marL="0" marR="0" indent="914400" algn="l" defTabSz="2438338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0000" b="0" i="0" u="none" strike="noStrike" cap="none" spc="-600" baseline="0">
          <a:solidFill>
            <a:srgbClr val="000000"/>
          </a:solidFill>
          <a:uFillTx/>
          <a:latin typeface="SB Sans Display Semibold"/>
          <a:ea typeface="SB Sans Display Semibold"/>
          <a:cs typeface="SB Sans Display Semibold"/>
          <a:sym typeface="SB Sans Display Semibold"/>
        </a:defRPr>
      </a:lvl3pPr>
      <a:lvl4pPr marL="0" marR="0" indent="1371600" algn="l" defTabSz="2438338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0000" b="0" i="0" u="none" strike="noStrike" cap="none" spc="-600" baseline="0">
          <a:solidFill>
            <a:srgbClr val="000000"/>
          </a:solidFill>
          <a:uFillTx/>
          <a:latin typeface="SB Sans Display Semibold"/>
          <a:ea typeface="SB Sans Display Semibold"/>
          <a:cs typeface="SB Sans Display Semibold"/>
          <a:sym typeface="SB Sans Display Semibold"/>
        </a:defRPr>
      </a:lvl4pPr>
      <a:lvl5pPr marL="0" marR="0" indent="1828800" algn="l" defTabSz="2438338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0000" b="0" i="0" u="none" strike="noStrike" cap="none" spc="-600" baseline="0">
          <a:solidFill>
            <a:srgbClr val="000000"/>
          </a:solidFill>
          <a:uFillTx/>
          <a:latin typeface="SB Sans Display Semibold"/>
          <a:ea typeface="SB Sans Display Semibold"/>
          <a:cs typeface="SB Sans Display Semibold"/>
          <a:sym typeface="SB Sans Display Semibold"/>
        </a:defRPr>
      </a:lvl5pPr>
      <a:lvl6pPr marL="0" marR="0" indent="2286000" algn="l" defTabSz="2438338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0000" b="0" i="0" u="none" strike="noStrike" cap="none" spc="-600" baseline="0">
          <a:solidFill>
            <a:srgbClr val="000000"/>
          </a:solidFill>
          <a:uFillTx/>
          <a:latin typeface="SB Sans Display Semibold"/>
          <a:ea typeface="SB Sans Display Semibold"/>
          <a:cs typeface="SB Sans Display Semibold"/>
          <a:sym typeface="SB Sans Display Semibold"/>
        </a:defRPr>
      </a:lvl6pPr>
      <a:lvl7pPr marL="0" marR="0" indent="2743200" algn="l" defTabSz="2438338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0000" b="0" i="0" u="none" strike="noStrike" cap="none" spc="-600" baseline="0">
          <a:solidFill>
            <a:srgbClr val="000000"/>
          </a:solidFill>
          <a:uFillTx/>
          <a:latin typeface="SB Sans Display Semibold"/>
          <a:ea typeface="SB Sans Display Semibold"/>
          <a:cs typeface="SB Sans Display Semibold"/>
          <a:sym typeface="SB Sans Display Semibold"/>
        </a:defRPr>
      </a:lvl7pPr>
      <a:lvl8pPr marL="0" marR="0" indent="3200400" algn="l" defTabSz="2438338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0000" b="0" i="0" u="none" strike="noStrike" cap="none" spc="-600" baseline="0">
          <a:solidFill>
            <a:srgbClr val="000000"/>
          </a:solidFill>
          <a:uFillTx/>
          <a:latin typeface="SB Sans Display Semibold"/>
          <a:ea typeface="SB Sans Display Semibold"/>
          <a:cs typeface="SB Sans Display Semibold"/>
          <a:sym typeface="SB Sans Display Semibold"/>
        </a:defRPr>
      </a:lvl8pPr>
      <a:lvl9pPr marL="0" marR="0" indent="3657600" algn="l" defTabSz="2438338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0000" b="0" i="0" u="none" strike="noStrike" cap="none" spc="-600" baseline="0">
          <a:solidFill>
            <a:srgbClr val="000000"/>
          </a:solidFill>
          <a:uFillTx/>
          <a:latin typeface="SB Sans Display Semibold"/>
          <a:ea typeface="SB Sans Display Semibold"/>
          <a:cs typeface="SB Sans Display Semibold"/>
          <a:sym typeface="SB Sans Display Semibold"/>
        </a:defRPr>
      </a:lvl9pPr>
    </p:titleStyle>
    <p:bodyStyle>
      <a:lvl1pPr marL="0" marR="0" indent="0" algn="l" defTabSz="2438338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8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1pPr>
      <a:lvl2pPr marL="0" marR="0" indent="609600" algn="l" defTabSz="2438338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8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2pPr>
      <a:lvl3pPr marL="0" marR="0" indent="1219200" algn="l" defTabSz="2438338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8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3pPr>
      <a:lvl4pPr marL="0" marR="0" indent="1828800" algn="l" defTabSz="2438338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8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4pPr>
      <a:lvl5pPr marL="0" marR="0" indent="2438400" algn="l" defTabSz="2438338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8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5pPr>
      <a:lvl6pPr marL="3657600" marR="0" indent="-609600" algn="l" defTabSz="2438338" latinLnBrk="0">
        <a:lnSpc>
          <a:spcPct val="90000"/>
        </a:lnSpc>
        <a:spcBef>
          <a:spcPts val="0"/>
        </a:spcBef>
        <a:spcAft>
          <a:spcPts val="0"/>
        </a:spcAft>
        <a:buClrTx/>
        <a:buSzPct val="123000"/>
        <a:buFontTx/>
        <a:buChar char="•"/>
        <a:tabLst/>
        <a:defRPr sz="48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6pPr>
      <a:lvl7pPr marL="4267200" marR="0" indent="-609600" algn="l" defTabSz="2438338" latinLnBrk="0">
        <a:lnSpc>
          <a:spcPct val="90000"/>
        </a:lnSpc>
        <a:spcBef>
          <a:spcPts val="0"/>
        </a:spcBef>
        <a:spcAft>
          <a:spcPts val="0"/>
        </a:spcAft>
        <a:buClrTx/>
        <a:buSzPct val="123000"/>
        <a:buFontTx/>
        <a:buChar char="•"/>
        <a:tabLst/>
        <a:defRPr sz="48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7pPr>
      <a:lvl8pPr marL="4876800" marR="0" indent="-609600" algn="l" defTabSz="2438338" latinLnBrk="0">
        <a:lnSpc>
          <a:spcPct val="90000"/>
        </a:lnSpc>
        <a:spcBef>
          <a:spcPts val="0"/>
        </a:spcBef>
        <a:spcAft>
          <a:spcPts val="0"/>
        </a:spcAft>
        <a:buClrTx/>
        <a:buSzPct val="123000"/>
        <a:buFontTx/>
        <a:buChar char="•"/>
        <a:tabLst/>
        <a:defRPr sz="48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8pPr>
      <a:lvl9pPr marL="5486400" marR="0" indent="-609600" algn="l" defTabSz="2438338" latinLnBrk="0">
        <a:lnSpc>
          <a:spcPct val="90000"/>
        </a:lnSpc>
        <a:spcBef>
          <a:spcPts val="0"/>
        </a:spcBef>
        <a:spcAft>
          <a:spcPts val="0"/>
        </a:spcAft>
        <a:buClrTx/>
        <a:buSzPct val="123000"/>
        <a:buFontTx/>
        <a:buChar char="•"/>
        <a:tabLst/>
        <a:defRPr sz="48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9pPr>
    </p:bodyStyle>
    <p:otherStyle>
      <a:lvl1pPr marL="0" marR="0" indent="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1pPr>
      <a:lvl2pPr marL="0" marR="0" indent="4572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2pPr>
      <a:lvl3pPr marL="0" marR="0" indent="9144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3pPr>
      <a:lvl4pPr marL="0" marR="0" indent="13716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4pPr>
      <a:lvl5pPr marL="0" marR="0" indent="18288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5pPr>
      <a:lvl6pPr marL="0" marR="0" indent="22860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6pPr>
      <a:lvl7pPr marL="0" marR="0" indent="27432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7pPr>
      <a:lvl8pPr marL="0" marR="0" indent="32004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8pPr>
      <a:lvl9pPr marL="0" marR="0" indent="36576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9.jpeg"/><Relationship Id="rId4" Type="http://schemas.openxmlformats.org/officeDocument/2006/relationships/image" Target="../media/image7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91" name="Заголовок"/>
          <p:cNvSpPr txBox="1"/>
          <p:nvPr/>
        </p:nvSpPr>
        <p:spPr>
          <a:xfrm>
            <a:off x="1524000" y="5810849"/>
            <a:ext cx="11307583" cy="209429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 algn="l">
              <a:lnSpc>
                <a:spcPct val="70000"/>
              </a:lnSpc>
              <a:defRPr sz="20000" spc="-400">
                <a:gradFill flip="none" rotWithShape="1">
                  <a:gsLst>
                    <a:gs pos="0">
                      <a:srgbClr val="34E234"/>
                    </a:gs>
                    <a:gs pos="19133">
                      <a:srgbClr val="9DCD25"/>
                    </a:gs>
                    <a:gs pos="39357">
                      <a:srgbClr val="F2E800"/>
                    </a:gs>
                    <a:gs pos="58861">
                      <a:srgbClr val="9DCD25"/>
                    </a:gs>
                    <a:gs pos="79839">
                      <a:srgbClr val="00A4E0"/>
                    </a:gs>
                    <a:gs pos="100000">
                      <a:srgbClr val="0086D0"/>
                    </a:gs>
                  </a:gsLst>
                  <a:lin ang="3000000" scaled="0"/>
                </a:gradFill>
                <a:latin typeface="SB Sans Display Light"/>
                <a:ea typeface="SB Sans Display Light"/>
                <a:cs typeface="SB Sans Display Light"/>
                <a:sym typeface="SB Sans Display Light"/>
              </a:defRPr>
            </a:lvl1pPr>
          </a:lstStyle>
          <a:p>
            <a:r>
              <a:rPr lang="en-US" sz="16700" dirty="0"/>
              <a:t>Spring Boot</a:t>
            </a:r>
            <a:endParaRPr lang="ru-RU" sz="16700" dirty="0"/>
          </a:p>
        </p:txBody>
      </p:sp>
      <p:grpSp>
        <p:nvGrpSpPr>
          <p:cNvPr id="4594" name="Сгруппировать"/>
          <p:cNvGrpSpPr/>
          <p:nvPr/>
        </p:nvGrpSpPr>
        <p:grpSpPr>
          <a:xfrm>
            <a:off x="12192000" y="-857250"/>
            <a:ext cx="1524000" cy="857250"/>
            <a:chOff x="0" y="0"/>
            <a:chExt cx="1524000" cy="857250"/>
          </a:xfrm>
        </p:grpSpPr>
        <p:sp>
          <p:nvSpPr>
            <p:cNvPr id="4592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34E234">
                <a:alpha val="50172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4593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4597" name="Сгруппировать"/>
          <p:cNvGrpSpPr/>
          <p:nvPr/>
        </p:nvGrpSpPr>
        <p:grpSpPr>
          <a:xfrm>
            <a:off x="10668000" y="-1714500"/>
            <a:ext cx="1524000" cy="857250"/>
            <a:chOff x="0" y="0"/>
            <a:chExt cx="1524000" cy="857250"/>
          </a:xfrm>
        </p:grpSpPr>
        <p:sp>
          <p:nvSpPr>
            <p:cNvPr id="4595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4596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4600" name="Сгруппировать"/>
          <p:cNvGrpSpPr/>
          <p:nvPr/>
        </p:nvGrpSpPr>
        <p:grpSpPr>
          <a:xfrm>
            <a:off x="13716000" y="-1714500"/>
            <a:ext cx="1524000" cy="857250"/>
            <a:chOff x="0" y="0"/>
            <a:chExt cx="1524000" cy="857250"/>
          </a:xfrm>
        </p:grpSpPr>
        <p:sp>
          <p:nvSpPr>
            <p:cNvPr id="4598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4599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4603" name="Сгруппировать"/>
          <p:cNvGrpSpPr/>
          <p:nvPr/>
        </p:nvGrpSpPr>
        <p:grpSpPr>
          <a:xfrm>
            <a:off x="9144000" y="-857250"/>
            <a:ext cx="1524000" cy="857250"/>
            <a:chOff x="0" y="0"/>
            <a:chExt cx="1524000" cy="857250"/>
          </a:xfrm>
        </p:grpSpPr>
        <p:sp>
          <p:nvSpPr>
            <p:cNvPr id="4601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4602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4606" name="Сгруппировать"/>
          <p:cNvGrpSpPr/>
          <p:nvPr/>
        </p:nvGrpSpPr>
        <p:grpSpPr>
          <a:xfrm>
            <a:off x="7620000" y="-1714500"/>
            <a:ext cx="1524000" cy="857250"/>
            <a:chOff x="0" y="0"/>
            <a:chExt cx="1524000" cy="857250"/>
          </a:xfrm>
        </p:grpSpPr>
        <p:sp>
          <p:nvSpPr>
            <p:cNvPr id="4604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4605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4609" name="Сгруппировать"/>
          <p:cNvGrpSpPr/>
          <p:nvPr/>
        </p:nvGrpSpPr>
        <p:grpSpPr>
          <a:xfrm>
            <a:off x="6096000" y="-857250"/>
            <a:ext cx="1524000" cy="857250"/>
            <a:chOff x="0" y="0"/>
            <a:chExt cx="1524000" cy="857250"/>
          </a:xfrm>
        </p:grpSpPr>
        <p:sp>
          <p:nvSpPr>
            <p:cNvPr id="4607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4608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4612" name="Сгруппировать"/>
          <p:cNvGrpSpPr/>
          <p:nvPr/>
        </p:nvGrpSpPr>
        <p:grpSpPr>
          <a:xfrm>
            <a:off x="4572000" y="-1714500"/>
            <a:ext cx="1524000" cy="857250"/>
            <a:chOff x="0" y="0"/>
            <a:chExt cx="1524000" cy="857250"/>
          </a:xfrm>
        </p:grpSpPr>
        <p:sp>
          <p:nvSpPr>
            <p:cNvPr id="4610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4611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4615" name="Сгруппировать"/>
          <p:cNvGrpSpPr/>
          <p:nvPr/>
        </p:nvGrpSpPr>
        <p:grpSpPr>
          <a:xfrm>
            <a:off x="3048000" y="-857250"/>
            <a:ext cx="1524000" cy="857250"/>
            <a:chOff x="0" y="0"/>
            <a:chExt cx="1524000" cy="857250"/>
          </a:xfrm>
        </p:grpSpPr>
        <p:sp>
          <p:nvSpPr>
            <p:cNvPr id="4613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4614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4618" name="Сгруппировать"/>
          <p:cNvGrpSpPr/>
          <p:nvPr/>
        </p:nvGrpSpPr>
        <p:grpSpPr>
          <a:xfrm>
            <a:off x="1524000" y="-1714500"/>
            <a:ext cx="1524000" cy="857250"/>
            <a:chOff x="0" y="0"/>
            <a:chExt cx="1524000" cy="857250"/>
          </a:xfrm>
        </p:grpSpPr>
        <p:sp>
          <p:nvSpPr>
            <p:cNvPr id="4616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4617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4621" name="Сгруппировать"/>
          <p:cNvGrpSpPr/>
          <p:nvPr/>
        </p:nvGrpSpPr>
        <p:grpSpPr>
          <a:xfrm>
            <a:off x="0" y="-857250"/>
            <a:ext cx="1524001" cy="857250"/>
            <a:chOff x="0" y="0"/>
            <a:chExt cx="1524000" cy="857250"/>
          </a:xfrm>
        </p:grpSpPr>
        <p:sp>
          <p:nvSpPr>
            <p:cNvPr id="4619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4620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4624" name="Сгруппировать"/>
          <p:cNvGrpSpPr/>
          <p:nvPr/>
        </p:nvGrpSpPr>
        <p:grpSpPr>
          <a:xfrm>
            <a:off x="16764000" y="-1714500"/>
            <a:ext cx="1524000" cy="857250"/>
            <a:chOff x="0" y="0"/>
            <a:chExt cx="1524000" cy="857250"/>
          </a:xfrm>
        </p:grpSpPr>
        <p:sp>
          <p:nvSpPr>
            <p:cNvPr id="4622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4623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4627" name="Сгруппировать"/>
          <p:cNvGrpSpPr/>
          <p:nvPr/>
        </p:nvGrpSpPr>
        <p:grpSpPr>
          <a:xfrm>
            <a:off x="15240000" y="-857250"/>
            <a:ext cx="1524000" cy="857250"/>
            <a:chOff x="0" y="0"/>
            <a:chExt cx="1524000" cy="857250"/>
          </a:xfrm>
        </p:grpSpPr>
        <p:sp>
          <p:nvSpPr>
            <p:cNvPr id="4625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4626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4630" name="Сгруппировать"/>
          <p:cNvGrpSpPr/>
          <p:nvPr/>
        </p:nvGrpSpPr>
        <p:grpSpPr>
          <a:xfrm>
            <a:off x="19812000" y="-1714500"/>
            <a:ext cx="1524000" cy="857250"/>
            <a:chOff x="0" y="0"/>
            <a:chExt cx="1524000" cy="857250"/>
          </a:xfrm>
        </p:grpSpPr>
        <p:sp>
          <p:nvSpPr>
            <p:cNvPr id="4628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4629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4633" name="Сгруппировать"/>
          <p:cNvGrpSpPr/>
          <p:nvPr/>
        </p:nvGrpSpPr>
        <p:grpSpPr>
          <a:xfrm>
            <a:off x="18288000" y="-857250"/>
            <a:ext cx="1524000" cy="857250"/>
            <a:chOff x="0" y="0"/>
            <a:chExt cx="1524000" cy="857250"/>
          </a:xfrm>
        </p:grpSpPr>
        <p:sp>
          <p:nvSpPr>
            <p:cNvPr id="4631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4632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4636" name="Сгруппировать"/>
          <p:cNvGrpSpPr/>
          <p:nvPr/>
        </p:nvGrpSpPr>
        <p:grpSpPr>
          <a:xfrm>
            <a:off x="22860000" y="-1714500"/>
            <a:ext cx="1524000" cy="857250"/>
            <a:chOff x="0" y="0"/>
            <a:chExt cx="1524000" cy="857250"/>
          </a:xfrm>
        </p:grpSpPr>
        <p:sp>
          <p:nvSpPr>
            <p:cNvPr id="4634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4635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4639" name="Сгруппировать"/>
          <p:cNvGrpSpPr/>
          <p:nvPr/>
        </p:nvGrpSpPr>
        <p:grpSpPr>
          <a:xfrm>
            <a:off x="21336000" y="-857250"/>
            <a:ext cx="1524000" cy="857250"/>
            <a:chOff x="0" y="0"/>
            <a:chExt cx="1524000" cy="857250"/>
          </a:xfrm>
        </p:grpSpPr>
        <p:sp>
          <p:nvSpPr>
            <p:cNvPr id="4637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4638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4642" name="Сгруппировать"/>
          <p:cNvGrpSpPr/>
          <p:nvPr/>
        </p:nvGrpSpPr>
        <p:grpSpPr>
          <a:xfrm>
            <a:off x="-1524000" y="0"/>
            <a:ext cx="1524000" cy="857251"/>
            <a:chOff x="0" y="0"/>
            <a:chExt cx="1524000" cy="857250"/>
          </a:xfrm>
        </p:grpSpPr>
        <p:sp>
          <p:nvSpPr>
            <p:cNvPr id="4640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4641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4645" name="Сгруппировать"/>
          <p:cNvGrpSpPr/>
          <p:nvPr/>
        </p:nvGrpSpPr>
        <p:grpSpPr>
          <a:xfrm>
            <a:off x="-1524000" y="12858750"/>
            <a:ext cx="1524000" cy="857250"/>
            <a:chOff x="0" y="0"/>
            <a:chExt cx="1524000" cy="857250"/>
          </a:xfrm>
        </p:grpSpPr>
        <p:sp>
          <p:nvSpPr>
            <p:cNvPr id="4643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4644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4648" name="Сгруппировать"/>
          <p:cNvGrpSpPr/>
          <p:nvPr/>
        </p:nvGrpSpPr>
        <p:grpSpPr>
          <a:xfrm>
            <a:off x="-1651000" y="12001500"/>
            <a:ext cx="1524000" cy="857250"/>
            <a:chOff x="0" y="0"/>
            <a:chExt cx="1524000" cy="857250"/>
          </a:xfrm>
        </p:grpSpPr>
        <p:sp>
          <p:nvSpPr>
            <p:cNvPr id="4646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4647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327305800"/>
      </p:ext>
    </p:extLst>
  </p:cSld>
  <p:clrMapOvr>
    <a:masterClrMapping/>
  </p:clrMapOvr>
  <p:transition spd="med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0" name="Экосистема"/>
          <p:cNvSpPr txBox="1"/>
          <p:nvPr/>
        </p:nvSpPr>
        <p:spPr>
          <a:xfrm>
            <a:off x="1524000" y="1338870"/>
            <a:ext cx="7006726" cy="12475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>
            <a:spAutoFit/>
          </a:bodyPr>
          <a:lstStyle>
            <a:lvl1pPr algn="l">
              <a:lnSpc>
                <a:spcPct val="70000"/>
              </a:lnSpc>
              <a:defRPr sz="10000" spc="-100">
                <a:solidFill>
                  <a:srgbClr val="FFFFFF"/>
                </a:solidFill>
                <a:latin typeface="SB Sans Display Semibold"/>
                <a:ea typeface="SB Sans Display Semibold"/>
                <a:cs typeface="SB Sans Display Semibold"/>
                <a:sym typeface="SB Sans Display Semibold"/>
              </a:defRPr>
            </a:lvl1pPr>
          </a:lstStyle>
          <a:p>
            <a:r>
              <a:rPr lang="ru-RU" sz="9600" dirty="0" err="1"/>
              <a:t>Spring</a:t>
            </a:r>
            <a:r>
              <a:rPr lang="ru-RU" sz="9600" dirty="0"/>
              <a:t> </a:t>
            </a:r>
            <a:r>
              <a:rPr lang="ru-RU" sz="9600" dirty="0" err="1"/>
              <a:t>Boot</a:t>
            </a:r>
            <a:endParaRPr lang="ru-RU" dirty="0"/>
          </a:p>
        </p:txBody>
      </p:sp>
      <p:sp>
        <p:nvSpPr>
          <p:cNvPr id="1014" name="2"/>
          <p:cNvSpPr txBox="1"/>
          <p:nvPr/>
        </p:nvSpPr>
        <p:spPr>
          <a:xfrm>
            <a:off x="22757343" y="12515746"/>
            <a:ext cx="102657" cy="34310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 algn="r">
              <a:lnSpc>
                <a:spcPct val="110000"/>
              </a:lnSpc>
              <a:defRPr sz="1500">
                <a:solidFill>
                  <a:srgbClr val="FFFFFF"/>
                </a:solidFill>
                <a:latin typeface="SB Sans Text"/>
                <a:ea typeface="SB Sans Text"/>
                <a:cs typeface="SB Sans Text"/>
                <a:sym typeface="SB Sans Text"/>
              </a:defRPr>
            </a:lvl1pPr>
          </a:lstStyle>
          <a:p>
            <a:endParaRPr dirty="0"/>
          </a:p>
        </p:txBody>
      </p:sp>
      <p:grpSp>
        <p:nvGrpSpPr>
          <p:cNvPr id="1017" name="Сгруппировать"/>
          <p:cNvGrpSpPr/>
          <p:nvPr/>
        </p:nvGrpSpPr>
        <p:grpSpPr>
          <a:xfrm>
            <a:off x="12192000" y="-857250"/>
            <a:ext cx="1524000" cy="857250"/>
            <a:chOff x="0" y="0"/>
            <a:chExt cx="1524000" cy="857250"/>
          </a:xfrm>
        </p:grpSpPr>
        <p:sp>
          <p:nvSpPr>
            <p:cNvPr id="1015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34E234">
                <a:alpha val="50172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1016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1020" name="Сгруппировать"/>
          <p:cNvGrpSpPr/>
          <p:nvPr/>
        </p:nvGrpSpPr>
        <p:grpSpPr>
          <a:xfrm>
            <a:off x="10668000" y="-1714500"/>
            <a:ext cx="1524000" cy="857250"/>
            <a:chOff x="0" y="0"/>
            <a:chExt cx="1524000" cy="857250"/>
          </a:xfrm>
        </p:grpSpPr>
        <p:sp>
          <p:nvSpPr>
            <p:cNvPr id="1018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1019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1023" name="Сгруппировать"/>
          <p:cNvGrpSpPr/>
          <p:nvPr/>
        </p:nvGrpSpPr>
        <p:grpSpPr>
          <a:xfrm>
            <a:off x="13716000" y="-1714500"/>
            <a:ext cx="1524000" cy="857250"/>
            <a:chOff x="0" y="0"/>
            <a:chExt cx="1524000" cy="857250"/>
          </a:xfrm>
        </p:grpSpPr>
        <p:sp>
          <p:nvSpPr>
            <p:cNvPr id="1021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1022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1026" name="Сгруппировать"/>
          <p:cNvGrpSpPr/>
          <p:nvPr/>
        </p:nvGrpSpPr>
        <p:grpSpPr>
          <a:xfrm>
            <a:off x="9144000" y="-857250"/>
            <a:ext cx="1524000" cy="857250"/>
            <a:chOff x="0" y="0"/>
            <a:chExt cx="1524000" cy="857250"/>
          </a:xfrm>
        </p:grpSpPr>
        <p:sp>
          <p:nvSpPr>
            <p:cNvPr id="1024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1025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1029" name="Сгруппировать"/>
          <p:cNvGrpSpPr/>
          <p:nvPr/>
        </p:nvGrpSpPr>
        <p:grpSpPr>
          <a:xfrm>
            <a:off x="7620000" y="-1714500"/>
            <a:ext cx="1524000" cy="857250"/>
            <a:chOff x="0" y="0"/>
            <a:chExt cx="1524000" cy="857250"/>
          </a:xfrm>
        </p:grpSpPr>
        <p:sp>
          <p:nvSpPr>
            <p:cNvPr id="1027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1028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1032" name="Сгруппировать"/>
          <p:cNvGrpSpPr/>
          <p:nvPr/>
        </p:nvGrpSpPr>
        <p:grpSpPr>
          <a:xfrm>
            <a:off x="6096000" y="-857250"/>
            <a:ext cx="1524000" cy="857250"/>
            <a:chOff x="0" y="0"/>
            <a:chExt cx="1524000" cy="857250"/>
          </a:xfrm>
        </p:grpSpPr>
        <p:sp>
          <p:nvSpPr>
            <p:cNvPr id="1030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1031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1035" name="Сгруппировать"/>
          <p:cNvGrpSpPr/>
          <p:nvPr/>
        </p:nvGrpSpPr>
        <p:grpSpPr>
          <a:xfrm>
            <a:off x="4572000" y="-1714500"/>
            <a:ext cx="1524000" cy="857250"/>
            <a:chOff x="0" y="0"/>
            <a:chExt cx="1524000" cy="857250"/>
          </a:xfrm>
        </p:grpSpPr>
        <p:sp>
          <p:nvSpPr>
            <p:cNvPr id="1033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1034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1038" name="Сгруппировать"/>
          <p:cNvGrpSpPr/>
          <p:nvPr/>
        </p:nvGrpSpPr>
        <p:grpSpPr>
          <a:xfrm>
            <a:off x="3048000" y="-857250"/>
            <a:ext cx="1524000" cy="857250"/>
            <a:chOff x="0" y="0"/>
            <a:chExt cx="1524000" cy="857250"/>
          </a:xfrm>
        </p:grpSpPr>
        <p:sp>
          <p:nvSpPr>
            <p:cNvPr id="1036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1037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1041" name="Сгруппировать"/>
          <p:cNvGrpSpPr/>
          <p:nvPr/>
        </p:nvGrpSpPr>
        <p:grpSpPr>
          <a:xfrm>
            <a:off x="1524000" y="-1714500"/>
            <a:ext cx="1524000" cy="857250"/>
            <a:chOff x="0" y="0"/>
            <a:chExt cx="1524000" cy="857250"/>
          </a:xfrm>
        </p:grpSpPr>
        <p:sp>
          <p:nvSpPr>
            <p:cNvPr id="1039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1040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1044" name="Сгруппировать"/>
          <p:cNvGrpSpPr/>
          <p:nvPr/>
        </p:nvGrpSpPr>
        <p:grpSpPr>
          <a:xfrm>
            <a:off x="0" y="-857250"/>
            <a:ext cx="1524001" cy="857250"/>
            <a:chOff x="0" y="0"/>
            <a:chExt cx="1524000" cy="857250"/>
          </a:xfrm>
        </p:grpSpPr>
        <p:sp>
          <p:nvSpPr>
            <p:cNvPr id="1042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1043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1047" name="Сгруппировать"/>
          <p:cNvGrpSpPr/>
          <p:nvPr/>
        </p:nvGrpSpPr>
        <p:grpSpPr>
          <a:xfrm>
            <a:off x="16764000" y="-1714500"/>
            <a:ext cx="1524000" cy="857250"/>
            <a:chOff x="0" y="0"/>
            <a:chExt cx="1524000" cy="857250"/>
          </a:xfrm>
        </p:grpSpPr>
        <p:sp>
          <p:nvSpPr>
            <p:cNvPr id="1045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1046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1050" name="Сгруппировать"/>
          <p:cNvGrpSpPr/>
          <p:nvPr/>
        </p:nvGrpSpPr>
        <p:grpSpPr>
          <a:xfrm>
            <a:off x="15240000" y="-857250"/>
            <a:ext cx="1524000" cy="857250"/>
            <a:chOff x="0" y="0"/>
            <a:chExt cx="1524000" cy="857250"/>
          </a:xfrm>
        </p:grpSpPr>
        <p:sp>
          <p:nvSpPr>
            <p:cNvPr id="1048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1049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1053" name="Сгруппировать"/>
          <p:cNvGrpSpPr/>
          <p:nvPr/>
        </p:nvGrpSpPr>
        <p:grpSpPr>
          <a:xfrm>
            <a:off x="19812000" y="-1714500"/>
            <a:ext cx="1524000" cy="857250"/>
            <a:chOff x="0" y="0"/>
            <a:chExt cx="1524000" cy="857250"/>
          </a:xfrm>
        </p:grpSpPr>
        <p:sp>
          <p:nvSpPr>
            <p:cNvPr id="1051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1052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1056" name="Сгруппировать"/>
          <p:cNvGrpSpPr/>
          <p:nvPr/>
        </p:nvGrpSpPr>
        <p:grpSpPr>
          <a:xfrm>
            <a:off x="18288000" y="-857250"/>
            <a:ext cx="1524000" cy="857250"/>
            <a:chOff x="0" y="0"/>
            <a:chExt cx="1524000" cy="857250"/>
          </a:xfrm>
        </p:grpSpPr>
        <p:sp>
          <p:nvSpPr>
            <p:cNvPr id="1054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1055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1059" name="Сгруппировать"/>
          <p:cNvGrpSpPr/>
          <p:nvPr/>
        </p:nvGrpSpPr>
        <p:grpSpPr>
          <a:xfrm>
            <a:off x="22860000" y="-1714500"/>
            <a:ext cx="1524000" cy="857250"/>
            <a:chOff x="0" y="0"/>
            <a:chExt cx="1524000" cy="857250"/>
          </a:xfrm>
        </p:grpSpPr>
        <p:sp>
          <p:nvSpPr>
            <p:cNvPr id="1057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1058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1062" name="Сгруппировать"/>
          <p:cNvGrpSpPr/>
          <p:nvPr/>
        </p:nvGrpSpPr>
        <p:grpSpPr>
          <a:xfrm>
            <a:off x="21336000" y="-857250"/>
            <a:ext cx="1524000" cy="857250"/>
            <a:chOff x="0" y="0"/>
            <a:chExt cx="1524000" cy="857250"/>
          </a:xfrm>
        </p:grpSpPr>
        <p:sp>
          <p:nvSpPr>
            <p:cNvPr id="1060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1061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1065" name="Сгруппировать"/>
          <p:cNvGrpSpPr/>
          <p:nvPr/>
        </p:nvGrpSpPr>
        <p:grpSpPr>
          <a:xfrm>
            <a:off x="-1524000" y="0"/>
            <a:ext cx="1524000" cy="857251"/>
            <a:chOff x="0" y="0"/>
            <a:chExt cx="1524000" cy="857250"/>
          </a:xfrm>
        </p:grpSpPr>
        <p:sp>
          <p:nvSpPr>
            <p:cNvPr id="1063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1064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1068" name="Сгруппировать"/>
          <p:cNvGrpSpPr/>
          <p:nvPr/>
        </p:nvGrpSpPr>
        <p:grpSpPr>
          <a:xfrm>
            <a:off x="-1524000" y="12858750"/>
            <a:ext cx="1524000" cy="857250"/>
            <a:chOff x="0" y="0"/>
            <a:chExt cx="1524000" cy="857250"/>
          </a:xfrm>
        </p:grpSpPr>
        <p:sp>
          <p:nvSpPr>
            <p:cNvPr id="1066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1067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1071" name="Сгруппировать"/>
          <p:cNvGrpSpPr/>
          <p:nvPr/>
        </p:nvGrpSpPr>
        <p:grpSpPr>
          <a:xfrm>
            <a:off x="-1651000" y="12001500"/>
            <a:ext cx="1524000" cy="857250"/>
            <a:chOff x="0" y="0"/>
            <a:chExt cx="1524000" cy="857250"/>
          </a:xfrm>
        </p:grpSpPr>
        <p:sp>
          <p:nvSpPr>
            <p:cNvPr id="1069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1070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1137518266"/>
      </p:ext>
    </p:extLst>
  </p:cSld>
  <p:clrMapOvr>
    <a:masterClrMapping/>
  </p:clrMapOvr>
  <p:transition spd="med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0" name="Экосистема"/>
          <p:cNvSpPr txBox="1"/>
          <p:nvPr/>
        </p:nvSpPr>
        <p:spPr>
          <a:xfrm>
            <a:off x="1524000" y="1338870"/>
            <a:ext cx="7006726" cy="12475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>
            <a:spAutoFit/>
          </a:bodyPr>
          <a:lstStyle>
            <a:lvl1pPr algn="l">
              <a:lnSpc>
                <a:spcPct val="70000"/>
              </a:lnSpc>
              <a:defRPr sz="10000" spc="-100">
                <a:solidFill>
                  <a:srgbClr val="FFFFFF"/>
                </a:solidFill>
                <a:latin typeface="SB Sans Display Semibold"/>
                <a:ea typeface="SB Sans Display Semibold"/>
                <a:cs typeface="SB Sans Display Semibold"/>
                <a:sym typeface="SB Sans Display Semibold"/>
              </a:defRPr>
            </a:lvl1pPr>
          </a:lstStyle>
          <a:p>
            <a:r>
              <a:rPr lang="ru-RU" sz="9600" dirty="0" err="1"/>
              <a:t>Spring</a:t>
            </a:r>
            <a:r>
              <a:rPr lang="ru-RU" sz="9600" dirty="0"/>
              <a:t> </a:t>
            </a:r>
            <a:r>
              <a:rPr lang="ru-RU" sz="9600" dirty="0" err="1"/>
              <a:t>Boot</a:t>
            </a:r>
            <a:endParaRPr lang="ru-RU" dirty="0"/>
          </a:p>
        </p:txBody>
      </p:sp>
      <p:sp>
        <p:nvSpPr>
          <p:cNvPr id="1013" name="Начало контента"/>
          <p:cNvSpPr txBox="1"/>
          <p:nvPr/>
        </p:nvSpPr>
        <p:spPr>
          <a:xfrm>
            <a:off x="1549400" y="2844981"/>
            <a:ext cx="21498560" cy="462479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50800" tIns="50800" rIns="50800" bIns="50800">
            <a:spAutoFit/>
          </a:bodyPr>
          <a:lstStyle>
            <a:lvl1pPr algn="l">
              <a:lnSpc>
                <a:spcPct val="110000"/>
              </a:lnSpc>
              <a:defRPr sz="3000">
                <a:solidFill>
                  <a:srgbClr val="FFFFFF"/>
                </a:solidFill>
                <a:latin typeface="SB Sans Text Light"/>
                <a:ea typeface="SB Sans Text Light"/>
                <a:cs typeface="SB Sans Text Light"/>
                <a:sym typeface="SB Sans Text Light"/>
              </a:defRPr>
            </a:lvl1pPr>
          </a:lstStyle>
          <a:p>
            <a:r>
              <a:rPr lang="ru-RU" sz="5400" dirty="0" err="1">
                <a:gradFill flip="none" rotWithShape="1">
                  <a:gsLst>
                    <a:gs pos="0">
                      <a:srgbClr val="34E234"/>
                    </a:gs>
                    <a:gs pos="50594">
                      <a:srgbClr val="22E5A0"/>
                    </a:gs>
                    <a:gs pos="100000">
                      <a:srgbClr val="5AB0FF"/>
                    </a:gs>
                  </a:gsLst>
                  <a:lin ang="0" scaled="0"/>
                </a:gradFill>
                <a:latin typeface="SB Sans Display Semibold"/>
                <a:cs typeface="SB Sans Display Semibold"/>
              </a:rPr>
              <a:t>Spring</a:t>
            </a:r>
            <a:r>
              <a:rPr lang="ru-RU" sz="5400" dirty="0">
                <a:gradFill flip="none" rotWithShape="1">
                  <a:gsLst>
                    <a:gs pos="0">
                      <a:srgbClr val="34E234"/>
                    </a:gs>
                    <a:gs pos="50594">
                      <a:srgbClr val="22E5A0"/>
                    </a:gs>
                    <a:gs pos="100000">
                      <a:srgbClr val="5AB0FF"/>
                    </a:gs>
                  </a:gsLst>
                  <a:lin ang="0" scaled="0"/>
                </a:gradFill>
                <a:latin typeface="SB Sans Display Semibold"/>
                <a:cs typeface="SB Sans Display Semibold"/>
              </a:rPr>
              <a:t> </a:t>
            </a:r>
            <a:r>
              <a:rPr lang="ru-RU" sz="5400" dirty="0" err="1">
                <a:gradFill flip="none" rotWithShape="1">
                  <a:gsLst>
                    <a:gs pos="0">
                      <a:srgbClr val="34E234"/>
                    </a:gs>
                    <a:gs pos="50594">
                      <a:srgbClr val="22E5A0"/>
                    </a:gs>
                    <a:gs pos="100000">
                      <a:srgbClr val="5AB0FF"/>
                    </a:gs>
                  </a:gsLst>
                  <a:lin ang="0" scaled="0"/>
                </a:gradFill>
                <a:latin typeface="SB Sans Display Semibold"/>
                <a:cs typeface="SB Sans Display Semibold"/>
              </a:rPr>
              <a:t>Boot</a:t>
            </a:r>
            <a:r>
              <a:rPr lang="ru-RU" sz="5400" dirty="0"/>
              <a:t> — это расширение </a:t>
            </a:r>
            <a:r>
              <a:rPr lang="ru-RU" sz="5400" dirty="0" err="1"/>
              <a:t>Spring</a:t>
            </a:r>
            <a:r>
              <a:rPr lang="ru-RU" sz="5400" dirty="0"/>
              <a:t> </a:t>
            </a:r>
            <a:r>
              <a:rPr lang="ru-RU" sz="5400" dirty="0" err="1"/>
              <a:t>Framework</a:t>
            </a:r>
            <a:r>
              <a:rPr lang="ru-RU" sz="5400" dirty="0"/>
              <a:t>, созданное для </a:t>
            </a:r>
            <a:r>
              <a:rPr lang="ru-RU" sz="5400" dirty="0">
                <a:gradFill flip="none" rotWithShape="1">
                  <a:gsLst>
                    <a:gs pos="0">
                      <a:srgbClr val="34E234"/>
                    </a:gs>
                    <a:gs pos="50594">
                      <a:srgbClr val="22E5A0"/>
                    </a:gs>
                    <a:gs pos="100000">
                      <a:srgbClr val="5AB0FF"/>
                    </a:gs>
                  </a:gsLst>
                  <a:lin ang="0" scaled="0"/>
                </a:gradFill>
                <a:latin typeface="SB Sans Display Semibold"/>
                <a:cs typeface="SB Sans Display Semibold"/>
              </a:rPr>
              <a:t>упрощения разработки и конфигурации </a:t>
            </a:r>
            <a:r>
              <a:rPr lang="ru-RU" sz="5400" dirty="0" err="1"/>
              <a:t>Java</a:t>
            </a:r>
            <a:r>
              <a:rPr lang="ru-RU" sz="5400" dirty="0"/>
              <a:t>-приложений. Он позволяет </a:t>
            </a:r>
            <a:r>
              <a:rPr lang="ru-RU" sz="5400" dirty="0">
                <a:gradFill flip="none" rotWithShape="1">
                  <a:gsLst>
                    <a:gs pos="0">
                      <a:srgbClr val="34E234"/>
                    </a:gs>
                    <a:gs pos="50594">
                      <a:srgbClr val="22E5A0"/>
                    </a:gs>
                    <a:gs pos="100000">
                      <a:srgbClr val="5AB0FF"/>
                    </a:gs>
                  </a:gsLst>
                  <a:lin ang="0" scaled="0"/>
                </a:gradFill>
                <a:latin typeface="SB Sans Display Semibold"/>
                <a:cs typeface="SB Sans Display Semibold"/>
              </a:rPr>
              <a:t>быстрее и проще создавать готовые к запуску приложения</a:t>
            </a:r>
            <a:r>
              <a:rPr lang="ru-RU" sz="5400" dirty="0"/>
              <a:t> без необходимости ручной настройки множества конфигурационных файлов.</a:t>
            </a:r>
          </a:p>
        </p:txBody>
      </p:sp>
      <p:sp>
        <p:nvSpPr>
          <p:cNvPr id="1014" name="2"/>
          <p:cNvSpPr txBox="1"/>
          <p:nvPr/>
        </p:nvSpPr>
        <p:spPr>
          <a:xfrm>
            <a:off x="22757343" y="12515746"/>
            <a:ext cx="102657" cy="34310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 algn="r">
              <a:lnSpc>
                <a:spcPct val="110000"/>
              </a:lnSpc>
              <a:defRPr sz="1500">
                <a:solidFill>
                  <a:srgbClr val="FFFFFF"/>
                </a:solidFill>
                <a:latin typeface="SB Sans Text"/>
                <a:ea typeface="SB Sans Text"/>
                <a:cs typeface="SB Sans Text"/>
                <a:sym typeface="SB Sans Text"/>
              </a:defRPr>
            </a:lvl1pPr>
          </a:lstStyle>
          <a:p>
            <a:endParaRPr dirty="0"/>
          </a:p>
        </p:txBody>
      </p:sp>
      <p:grpSp>
        <p:nvGrpSpPr>
          <p:cNvPr id="1017" name="Сгруппировать"/>
          <p:cNvGrpSpPr/>
          <p:nvPr/>
        </p:nvGrpSpPr>
        <p:grpSpPr>
          <a:xfrm>
            <a:off x="12192000" y="-857250"/>
            <a:ext cx="1524000" cy="857250"/>
            <a:chOff x="0" y="0"/>
            <a:chExt cx="1524000" cy="857250"/>
          </a:xfrm>
        </p:grpSpPr>
        <p:sp>
          <p:nvSpPr>
            <p:cNvPr id="1015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34E234">
                <a:alpha val="50172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1016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1020" name="Сгруппировать"/>
          <p:cNvGrpSpPr/>
          <p:nvPr/>
        </p:nvGrpSpPr>
        <p:grpSpPr>
          <a:xfrm>
            <a:off x="10668000" y="-1714500"/>
            <a:ext cx="1524000" cy="857250"/>
            <a:chOff x="0" y="0"/>
            <a:chExt cx="1524000" cy="857250"/>
          </a:xfrm>
        </p:grpSpPr>
        <p:sp>
          <p:nvSpPr>
            <p:cNvPr id="1018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1019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1023" name="Сгруппировать"/>
          <p:cNvGrpSpPr/>
          <p:nvPr/>
        </p:nvGrpSpPr>
        <p:grpSpPr>
          <a:xfrm>
            <a:off x="13716000" y="-1714500"/>
            <a:ext cx="1524000" cy="857250"/>
            <a:chOff x="0" y="0"/>
            <a:chExt cx="1524000" cy="857250"/>
          </a:xfrm>
        </p:grpSpPr>
        <p:sp>
          <p:nvSpPr>
            <p:cNvPr id="1021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1022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1026" name="Сгруппировать"/>
          <p:cNvGrpSpPr/>
          <p:nvPr/>
        </p:nvGrpSpPr>
        <p:grpSpPr>
          <a:xfrm>
            <a:off x="9144000" y="-857250"/>
            <a:ext cx="1524000" cy="857250"/>
            <a:chOff x="0" y="0"/>
            <a:chExt cx="1524000" cy="857250"/>
          </a:xfrm>
        </p:grpSpPr>
        <p:sp>
          <p:nvSpPr>
            <p:cNvPr id="1024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1025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1029" name="Сгруппировать"/>
          <p:cNvGrpSpPr/>
          <p:nvPr/>
        </p:nvGrpSpPr>
        <p:grpSpPr>
          <a:xfrm>
            <a:off x="7620000" y="-1714500"/>
            <a:ext cx="1524000" cy="857250"/>
            <a:chOff x="0" y="0"/>
            <a:chExt cx="1524000" cy="857250"/>
          </a:xfrm>
        </p:grpSpPr>
        <p:sp>
          <p:nvSpPr>
            <p:cNvPr id="1027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1028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1032" name="Сгруппировать"/>
          <p:cNvGrpSpPr/>
          <p:nvPr/>
        </p:nvGrpSpPr>
        <p:grpSpPr>
          <a:xfrm>
            <a:off x="6096000" y="-857250"/>
            <a:ext cx="1524000" cy="857250"/>
            <a:chOff x="0" y="0"/>
            <a:chExt cx="1524000" cy="857250"/>
          </a:xfrm>
        </p:grpSpPr>
        <p:sp>
          <p:nvSpPr>
            <p:cNvPr id="1030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1031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1035" name="Сгруппировать"/>
          <p:cNvGrpSpPr/>
          <p:nvPr/>
        </p:nvGrpSpPr>
        <p:grpSpPr>
          <a:xfrm>
            <a:off x="4572000" y="-1714500"/>
            <a:ext cx="1524000" cy="857250"/>
            <a:chOff x="0" y="0"/>
            <a:chExt cx="1524000" cy="857250"/>
          </a:xfrm>
        </p:grpSpPr>
        <p:sp>
          <p:nvSpPr>
            <p:cNvPr id="1033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1034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1038" name="Сгруппировать"/>
          <p:cNvGrpSpPr/>
          <p:nvPr/>
        </p:nvGrpSpPr>
        <p:grpSpPr>
          <a:xfrm>
            <a:off x="3048000" y="-857250"/>
            <a:ext cx="1524000" cy="857250"/>
            <a:chOff x="0" y="0"/>
            <a:chExt cx="1524000" cy="857250"/>
          </a:xfrm>
        </p:grpSpPr>
        <p:sp>
          <p:nvSpPr>
            <p:cNvPr id="1036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1037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1041" name="Сгруппировать"/>
          <p:cNvGrpSpPr/>
          <p:nvPr/>
        </p:nvGrpSpPr>
        <p:grpSpPr>
          <a:xfrm>
            <a:off x="1524000" y="-1714500"/>
            <a:ext cx="1524000" cy="857250"/>
            <a:chOff x="0" y="0"/>
            <a:chExt cx="1524000" cy="857250"/>
          </a:xfrm>
        </p:grpSpPr>
        <p:sp>
          <p:nvSpPr>
            <p:cNvPr id="1039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1040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1044" name="Сгруппировать"/>
          <p:cNvGrpSpPr/>
          <p:nvPr/>
        </p:nvGrpSpPr>
        <p:grpSpPr>
          <a:xfrm>
            <a:off x="0" y="-857250"/>
            <a:ext cx="1524001" cy="857250"/>
            <a:chOff x="0" y="0"/>
            <a:chExt cx="1524000" cy="857250"/>
          </a:xfrm>
        </p:grpSpPr>
        <p:sp>
          <p:nvSpPr>
            <p:cNvPr id="1042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1043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1047" name="Сгруппировать"/>
          <p:cNvGrpSpPr/>
          <p:nvPr/>
        </p:nvGrpSpPr>
        <p:grpSpPr>
          <a:xfrm>
            <a:off x="16764000" y="-1714500"/>
            <a:ext cx="1524000" cy="857250"/>
            <a:chOff x="0" y="0"/>
            <a:chExt cx="1524000" cy="857250"/>
          </a:xfrm>
        </p:grpSpPr>
        <p:sp>
          <p:nvSpPr>
            <p:cNvPr id="1045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1046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1050" name="Сгруппировать"/>
          <p:cNvGrpSpPr/>
          <p:nvPr/>
        </p:nvGrpSpPr>
        <p:grpSpPr>
          <a:xfrm>
            <a:off x="15240000" y="-857250"/>
            <a:ext cx="1524000" cy="857250"/>
            <a:chOff x="0" y="0"/>
            <a:chExt cx="1524000" cy="857250"/>
          </a:xfrm>
        </p:grpSpPr>
        <p:sp>
          <p:nvSpPr>
            <p:cNvPr id="1048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1049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1053" name="Сгруппировать"/>
          <p:cNvGrpSpPr/>
          <p:nvPr/>
        </p:nvGrpSpPr>
        <p:grpSpPr>
          <a:xfrm>
            <a:off x="19812000" y="-1714500"/>
            <a:ext cx="1524000" cy="857250"/>
            <a:chOff x="0" y="0"/>
            <a:chExt cx="1524000" cy="857250"/>
          </a:xfrm>
        </p:grpSpPr>
        <p:sp>
          <p:nvSpPr>
            <p:cNvPr id="1051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1052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1056" name="Сгруппировать"/>
          <p:cNvGrpSpPr/>
          <p:nvPr/>
        </p:nvGrpSpPr>
        <p:grpSpPr>
          <a:xfrm>
            <a:off x="18288000" y="-857250"/>
            <a:ext cx="1524000" cy="857250"/>
            <a:chOff x="0" y="0"/>
            <a:chExt cx="1524000" cy="857250"/>
          </a:xfrm>
        </p:grpSpPr>
        <p:sp>
          <p:nvSpPr>
            <p:cNvPr id="1054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1055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1059" name="Сгруппировать"/>
          <p:cNvGrpSpPr/>
          <p:nvPr/>
        </p:nvGrpSpPr>
        <p:grpSpPr>
          <a:xfrm>
            <a:off x="22860000" y="-1714500"/>
            <a:ext cx="1524000" cy="857250"/>
            <a:chOff x="0" y="0"/>
            <a:chExt cx="1524000" cy="857250"/>
          </a:xfrm>
        </p:grpSpPr>
        <p:sp>
          <p:nvSpPr>
            <p:cNvPr id="1057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1058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1062" name="Сгруппировать"/>
          <p:cNvGrpSpPr/>
          <p:nvPr/>
        </p:nvGrpSpPr>
        <p:grpSpPr>
          <a:xfrm>
            <a:off x="21336000" y="-857250"/>
            <a:ext cx="1524000" cy="857250"/>
            <a:chOff x="0" y="0"/>
            <a:chExt cx="1524000" cy="857250"/>
          </a:xfrm>
        </p:grpSpPr>
        <p:sp>
          <p:nvSpPr>
            <p:cNvPr id="1060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1061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1065" name="Сгруппировать"/>
          <p:cNvGrpSpPr/>
          <p:nvPr/>
        </p:nvGrpSpPr>
        <p:grpSpPr>
          <a:xfrm>
            <a:off x="-1524000" y="0"/>
            <a:ext cx="1524000" cy="857251"/>
            <a:chOff x="0" y="0"/>
            <a:chExt cx="1524000" cy="857250"/>
          </a:xfrm>
        </p:grpSpPr>
        <p:sp>
          <p:nvSpPr>
            <p:cNvPr id="1063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1064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1068" name="Сгруппировать"/>
          <p:cNvGrpSpPr/>
          <p:nvPr/>
        </p:nvGrpSpPr>
        <p:grpSpPr>
          <a:xfrm>
            <a:off x="-1524000" y="12858750"/>
            <a:ext cx="1524000" cy="857250"/>
            <a:chOff x="0" y="0"/>
            <a:chExt cx="1524000" cy="857250"/>
          </a:xfrm>
        </p:grpSpPr>
        <p:sp>
          <p:nvSpPr>
            <p:cNvPr id="1066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1067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1071" name="Сгруппировать"/>
          <p:cNvGrpSpPr/>
          <p:nvPr/>
        </p:nvGrpSpPr>
        <p:grpSpPr>
          <a:xfrm>
            <a:off x="-1651000" y="12001500"/>
            <a:ext cx="1524000" cy="857250"/>
            <a:chOff x="0" y="0"/>
            <a:chExt cx="1524000" cy="857250"/>
          </a:xfrm>
        </p:grpSpPr>
        <p:sp>
          <p:nvSpPr>
            <p:cNvPr id="1069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1070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3078746026"/>
      </p:ext>
    </p:extLst>
  </p:cSld>
  <p:clrMapOvr>
    <a:masterClrMapping/>
  </p:clrMapOvr>
  <p:transition spd="med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0" name="Экосистема"/>
          <p:cNvSpPr txBox="1"/>
          <p:nvPr/>
        </p:nvSpPr>
        <p:spPr>
          <a:xfrm>
            <a:off x="1524000" y="1338870"/>
            <a:ext cx="7006726" cy="12475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>
            <a:spAutoFit/>
          </a:bodyPr>
          <a:lstStyle>
            <a:lvl1pPr algn="l">
              <a:lnSpc>
                <a:spcPct val="70000"/>
              </a:lnSpc>
              <a:defRPr sz="10000" spc="-100">
                <a:solidFill>
                  <a:srgbClr val="FFFFFF"/>
                </a:solidFill>
                <a:latin typeface="SB Sans Display Semibold"/>
                <a:ea typeface="SB Sans Display Semibold"/>
                <a:cs typeface="SB Sans Display Semibold"/>
                <a:sym typeface="SB Sans Display Semibold"/>
              </a:defRPr>
            </a:lvl1pPr>
          </a:lstStyle>
          <a:p>
            <a:r>
              <a:rPr lang="ru-RU" sz="9600" dirty="0" err="1"/>
              <a:t>Spring</a:t>
            </a:r>
            <a:r>
              <a:rPr lang="ru-RU" sz="9600" dirty="0"/>
              <a:t> </a:t>
            </a:r>
            <a:r>
              <a:rPr lang="ru-RU" sz="9600" dirty="0" err="1"/>
              <a:t>Boot</a:t>
            </a:r>
            <a:endParaRPr lang="ru-RU" dirty="0"/>
          </a:p>
        </p:txBody>
      </p:sp>
      <p:sp>
        <p:nvSpPr>
          <p:cNvPr id="1013" name="Начало контента"/>
          <p:cNvSpPr txBox="1"/>
          <p:nvPr/>
        </p:nvSpPr>
        <p:spPr>
          <a:xfrm>
            <a:off x="1549400" y="2844981"/>
            <a:ext cx="21498560" cy="1010937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50800" tIns="50800" rIns="50800" bIns="50800">
            <a:spAutoFit/>
          </a:bodyPr>
          <a:lstStyle>
            <a:lvl1pPr algn="l">
              <a:lnSpc>
                <a:spcPct val="110000"/>
              </a:lnSpc>
              <a:defRPr sz="3000">
                <a:solidFill>
                  <a:srgbClr val="FFFFFF"/>
                </a:solidFill>
                <a:latin typeface="SB Sans Text Light"/>
                <a:ea typeface="SB Sans Text Light"/>
                <a:cs typeface="SB Sans Text Light"/>
                <a:sym typeface="SB Sans Text Light"/>
              </a:defRPr>
            </a:lvl1pPr>
          </a:lstStyle>
          <a:p>
            <a:r>
              <a:rPr lang="ru-RU" sz="5400" dirty="0" err="1">
                <a:gradFill flip="none" rotWithShape="1">
                  <a:gsLst>
                    <a:gs pos="0">
                      <a:srgbClr val="34E234"/>
                    </a:gs>
                    <a:gs pos="50594">
                      <a:srgbClr val="22E5A0"/>
                    </a:gs>
                    <a:gs pos="100000">
                      <a:srgbClr val="5AB0FF"/>
                    </a:gs>
                  </a:gsLst>
                  <a:lin ang="0" scaled="0"/>
                </a:gradFill>
                <a:latin typeface="SB Sans Display Semibold"/>
                <a:cs typeface="SB Sans Display Semibold"/>
              </a:rPr>
              <a:t>Spring</a:t>
            </a:r>
            <a:r>
              <a:rPr lang="ru-RU" sz="5400" dirty="0">
                <a:gradFill flip="none" rotWithShape="1">
                  <a:gsLst>
                    <a:gs pos="0">
                      <a:srgbClr val="34E234"/>
                    </a:gs>
                    <a:gs pos="50594">
                      <a:srgbClr val="22E5A0"/>
                    </a:gs>
                    <a:gs pos="100000">
                      <a:srgbClr val="5AB0FF"/>
                    </a:gs>
                  </a:gsLst>
                  <a:lin ang="0" scaled="0"/>
                </a:gradFill>
                <a:latin typeface="SB Sans Display Semibold"/>
                <a:cs typeface="SB Sans Display Semibold"/>
              </a:rPr>
              <a:t> </a:t>
            </a:r>
            <a:r>
              <a:rPr lang="ru-RU" sz="5400" dirty="0" err="1">
                <a:gradFill flip="none" rotWithShape="1">
                  <a:gsLst>
                    <a:gs pos="0">
                      <a:srgbClr val="34E234"/>
                    </a:gs>
                    <a:gs pos="50594">
                      <a:srgbClr val="22E5A0"/>
                    </a:gs>
                    <a:gs pos="100000">
                      <a:srgbClr val="5AB0FF"/>
                    </a:gs>
                  </a:gsLst>
                  <a:lin ang="0" scaled="0"/>
                </a:gradFill>
                <a:latin typeface="SB Sans Display Semibold"/>
                <a:cs typeface="SB Sans Display Semibold"/>
              </a:rPr>
              <a:t>Boot</a:t>
            </a:r>
            <a:r>
              <a:rPr lang="ru-RU" sz="5400" dirty="0"/>
              <a:t> — это расширение </a:t>
            </a:r>
            <a:r>
              <a:rPr lang="ru-RU" sz="5400" dirty="0" err="1"/>
              <a:t>Spring</a:t>
            </a:r>
            <a:r>
              <a:rPr lang="ru-RU" sz="5400" dirty="0"/>
              <a:t> </a:t>
            </a:r>
            <a:r>
              <a:rPr lang="ru-RU" sz="5400" dirty="0" err="1"/>
              <a:t>Framework</a:t>
            </a:r>
            <a:r>
              <a:rPr lang="ru-RU" sz="5400" dirty="0"/>
              <a:t>, созданное для </a:t>
            </a:r>
            <a:r>
              <a:rPr lang="ru-RU" sz="5400" dirty="0">
                <a:gradFill flip="none" rotWithShape="1">
                  <a:gsLst>
                    <a:gs pos="0">
                      <a:srgbClr val="34E234"/>
                    </a:gs>
                    <a:gs pos="50594">
                      <a:srgbClr val="22E5A0"/>
                    </a:gs>
                    <a:gs pos="100000">
                      <a:srgbClr val="5AB0FF"/>
                    </a:gs>
                  </a:gsLst>
                  <a:lin ang="0" scaled="0"/>
                </a:gradFill>
                <a:latin typeface="SB Sans Display Semibold"/>
                <a:cs typeface="SB Sans Display Semibold"/>
              </a:rPr>
              <a:t>упрощения разработки и конфигурации </a:t>
            </a:r>
            <a:r>
              <a:rPr lang="ru-RU" sz="5400" dirty="0" err="1"/>
              <a:t>Java</a:t>
            </a:r>
            <a:r>
              <a:rPr lang="ru-RU" sz="5400" dirty="0"/>
              <a:t>-приложений. Он позволяет </a:t>
            </a:r>
            <a:r>
              <a:rPr lang="ru-RU" sz="5400" dirty="0">
                <a:gradFill flip="none" rotWithShape="1">
                  <a:gsLst>
                    <a:gs pos="0">
                      <a:srgbClr val="34E234"/>
                    </a:gs>
                    <a:gs pos="50594">
                      <a:srgbClr val="22E5A0"/>
                    </a:gs>
                    <a:gs pos="100000">
                      <a:srgbClr val="5AB0FF"/>
                    </a:gs>
                  </a:gsLst>
                  <a:lin ang="0" scaled="0"/>
                </a:gradFill>
                <a:latin typeface="SB Sans Display Semibold"/>
                <a:cs typeface="SB Sans Display Semibold"/>
              </a:rPr>
              <a:t>быстрее и проще создавать готовые к запуску приложения</a:t>
            </a:r>
            <a:r>
              <a:rPr lang="ru-RU" sz="5400" dirty="0"/>
              <a:t> без необходимости ручной настройки множества конфигурационных файлов.</a:t>
            </a:r>
            <a:br>
              <a:rPr lang="ru-RU" sz="5400" dirty="0"/>
            </a:br>
            <a:endParaRPr lang="ru-RU" sz="5400" dirty="0"/>
          </a:p>
          <a:p>
            <a:r>
              <a:rPr lang="ru-RU" sz="5400" dirty="0">
                <a:gradFill flip="none" rotWithShape="1">
                  <a:gsLst>
                    <a:gs pos="0">
                      <a:srgbClr val="34E234"/>
                    </a:gs>
                    <a:gs pos="50594">
                      <a:srgbClr val="22E5A0"/>
                    </a:gs>
                    <a:gs pos="100000">
                      <a:srgbClr val="5AB0FF"/>
                    </a:gs>
                  </a:gsLst>
                  <a:lin ang="0" scaled="0"/>
                </a:gradFill>
                <a:latin typeface="SB Sans Display Semibold"/>
                <a:cs typeface="SB Sans Display Semibold"/>
              </a:rPr>
              <a:t>Основные нововведения</a:t>
            </a:r>
            <a:r>
              <a:rPr lang="ru-RU" sz="5400" dirty="0"/>
              <a:t>:</a:t>
            </a:r>
          </a:p>
          <a:p>
            <a:pPr marL="685800" indent="-685800">
              <a:buFont typeface="Arial" panose="020B0604020202020204" pitchFamily="34" charset="0"/>
              <a:buChar char="•"/>
            </a:pPr>
            <a:r>
              <a:rPr lang="ru-RU" sz="5400" dirty="0"/>
              <a:t>Встроенные веб-серверы</a:t>
            </a:r>
          </a:p>
          <a:p>
            <a:pPr marL="685800" indent="-685800">
              <a:buFont typeface="Arial" panose="020B0604020202020204" pitchFamily="34" charset="0"/>
              <a:buChar char="•"/>
            </a:pPr>
            <a:r>
              <a:rPr lang="ru-RU" sz="5400" dirty="0"/>
              <a:t>Упрощённая конфигурация</a:t>
            </a:r>
          </a:p>
          <a:p>
            <a:pPr marL="685800" indent="-685800">
              <a:buFont typeface="Arial" panose="020B0604020202020204" pitchFamily="34" charset="0"/>
              <a:buChar char="•"/>
            </a:pPr>
            <a:r>
              <a:rPr lang="ru-RU" sz="5400" dirty="0"/>
              <a:t>Стартеры</a:t>
            </a:r>
          </a:p>
          <a:p>
            <a:pPr marL="685800" indent="-685800">
              <a:buFont typeface="Arial" panose="020B0604020202020204" pitchFamily="34" charset="0"/>
              <a:buChar char="•"/>
            </a:pPr>
            <a:r>
              <a:rPr lang="ru-RU" sz="5400" dirty="0"/>
              <a:t>Дополнительные аннотации</a:t>
            </a:r>
          </a:p>
        </p:txBody>
      </p:sp>
      <p:sp>
        <p:nvSpPr>
          <p:cNvPr id="1014" name="2"/>
          <p:cNvSpPr txBox="1"/>
          <p:nvPr/>
        </p:nvSpPr>
        <p:spPr>
          <a:xfrm>
            <a:off x="22757343" y="12515746"/>
            <a:ext cx="102657" cy="34310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 algn="r">
              <a:lnSpc>
                <a:spcPct val="110000"/>
              </a:lnSpc>
              <a:defRPr sz="1500">
                <a:solidFill>
                  <a:srgbClr val="FFFFFF"/>
                </a:solidFill>
                <a:latin typeface="SB Sans Text"/>
                <a:ea typeface="SB Sans Text"/>
                <a:cs typeface="SB Sans Text"/>
                <a:sym typeface="SB Sans Text"/>
              </a:defRPr>
            </a:lvl1pPr>
          </a:lstStyle>
          <a:p>
            <a:endParaRPr dirty="0"/>
          </a:p>
        </p:txBody>
      </p:sp>
      <p:grpSp>
        <p:nvGrpSpPr>
          <p:cNvPr id="1017" name="Сгруппировать"/>
          <p:cNvGrpSpPr/>
          <p:nvPr/>
        </p:nvGrpSpPr>
        <p:grpSpPr>
          <a:xfrm>
            <a:off x="12192000" y="-857250"/>
            <a:ext cx="1524000" cy="857250"/>
            <a:chOff x="0" y="0"/>
            <a:chExt cx="1524000" cy="857250"/>
          </a:xfrm>
        </p:grpSpPr>
        <p:sp>
          <p:nvSpPr>
            <p:cNvPr id="1015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34E234">
                <a:alpha val="50172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1016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1020" name="Сгруппировать"/>
          <p:cNvGrpSpPr/>
          <p:nvPr/>
        </p:nvGrpSpPr>
        <p:grpSpPr>
          <a:xfrm>
            <a:off x="10668000" y="-1714500"/>
            <a:ext cx="1524000" cy="857250"/>
            <a:chOff x="0" y="0"/>
            <a:chExt cx="1524000" cy="857250"/>
          </a:xfrm>
        </p:grpSpPr>
        <p:sp>
          <p:nvSpPr>
            <p:cNvPr id="1018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1019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1023" name="Сгруппировать"/>
          <p:cNvGrpSpPr/>
          <p:nvPr/>
        </p:nvGrpSpPr>
        <p:grpSpPr>
          <a:xfrm>
            <a:off x="13716000" y="-1714500"/>
            <a:ext cx="1524000" cy="857250"/>
            <a:chOff x="0" y="0"/>
            <a:chExt cx="1524000" cy="857250"/>
          </a:xfrm>
        </p:grpSpPr>
        <p:sp>
          <p:nvSpPr>
            <p:cNvPr id="1021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1022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1026" name="Сгруппировать"/>
          <p:cNvGrpSpPr/>
          <p:nvPr/>
        </p:nvGrpSpPr>
        <p:grpSpPr>
          <a:xfrm>
            <a:off x="9144000" y="-857250"/>
            <a:ext cx="1524000" cy="857250"/>
            <a:chOff x="0" y="0"/>
            <a:chExt cx="1524000" cy="857250"/>
          </a:xfrm>
        </p:grpSpPr>
        <p:sp>
          <p:nvSpPr>
            <p:cNvPr id="1024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1025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1029" name="Сгруппировать"/>
          <p:cNvGrpSpPr/>
          <p:nvPr/>
        </p:nvGrpSpPr>
        <p:grpSpPr>
          <a:xfrm>
            <a:off x="7620000" y="-1714500"/>
            <a:ext cx="1524000" cy="857250"/>
            <a:chOff x="0" y="0"/>
            <a:chExt cx="1524000" cy="857250"/>
          </a:xfrm>
        </p:grpSpPr>
        <p:sp>
          <p:nvSpPr>
            <p:cNvPr id="1027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1028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1032" name="Сгруппировать"/>
          <p:cNvGrpSpPr/>
          <p:nvPr/>
        </p:nvGrpSpPr>
        <p:grpSpPr>
          <a:xfrm>
            <a:off x="6096000" y="-857250"/>
            <a:ext cx="1524000" cy="857250"/>
            <a:chOff x="0" y="0"/>
            <a:chExt cx="1524000" cy="857250"/>
          </a:xfrm>
        </p:grpSpPr>
        <p:sp>
          <p:nvSpPr>
            <p:cNvPr id="1030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1031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1035" name="Сгруппировать"/>
          <p:cNvGrpSpPr/>
          <p:nvPr/>
        </p:nvGrpSpPr>
        <p:grpSpPr>
          <a:xfrm>
            <a:off x="4572000" y="-1714500"/>
            <a:ext cx="1524000" cy="857250"/>
            <a:chOff x="0" y="0"/>
            <a:chExt cx="1524000" cy="857250"/>
          </a:xfrm>
        </p:grpSpPr>
        <p:sp>
          <p:nvSpPr>
            <p:cNvPr id="1033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1034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1038" name="Сгруппировать"/>
          <p:cNvGrpSpPr/>
          <p:nvPr/>
        </p:nvGrpSpPr>
        <p:grpSpPr>
          <a:xfrm>
            <a:off x="3048000" y="-857250"/>
            <a:ext cx="1524000" cy="857250"/>
            <a:chOff x="0" y="0"/>
            <a:chExt cx="1524000" cy="857250"/>
          </a:xfrm>
        </p:grpSpPr>
        <p:sp>
          <p:nvSpPr>
            <p:cNvPr id="1036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1037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1041" name="Сгруппировать"/>
          <p:cNvGrpSpPr/>
          <p:nvPr/>
        </p:nvGrpSpPr>
        <p:grpSpPr>
          <a:xfrm>
            <a:off x="1524000" y="-1714500"/>
            <a:ext cx="1524000" cy="857250"/>
            <a:chOff x="0" y="0"/>
            <a:chExt cx="1524000" cy="857250"/>
          </a:xfrm>
        </p:grpSpPr>
        <p:sp>
          <p:nvSpPr>
            <p:cNvPr id="1039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1040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1044" name="Сгруппировать"/>
          <p:cNvGrpSpPr/>
          <p:nvPr/>
        </p:nvGrpSpPr>
        <p:grpSpPr>
          <a:xfrm>
            <a:off x="0" y="-857250"/>
            <a:ext cx="1524001" cy="857250"/>
            <a:chOff x="0" y="0"/>
            <a:chExt cx="1524000" cy="857250"/>
          </a:xfrm>
        </p:grpSpPr>
        <p:sp>
          <p:nvSpPr>
            <p:cNvPr id="1042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1043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1047" name="Сгруппировать"/>
          <p:cNvGrpSpPr/>
          <p:nvPr/>
        </p:nvGrpSpPr>
        <p:grpSpPr>
          <a:xfrm>
            <a:off x="16764000" y="-1714500"/>
            <a:ext cx="1524000" cy="857250"/>
            <a:chOff x="0" y="0"/>
            <a:chExt cx="1524000" cy="857250"/>
          </a:xfrm>
        </p:grpSpPr>
        <p:sp>
          <p:nvSpPr>
            <p:cNvPr id="1045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1046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1050" name="Сгруппировать"/>
          <p:cNvGrpSpPr/>
          <p:nvPr/>
        </p:nvGrpSpPr>
        <p:grpSpPr>
          <a:xfrm>
            <a:off x="15240000" y="-857250"/>
            <a:ext cx="1524000" cy="857250"/>
            <a:chOff x="0" y="0"/>
            <a:chExt cx="1524000" cy="857250"/>
          </a:xfrm>
        </p:grpSpPr>
        <p:sp>
          <p:nvSpPr>
            <p:cNvPr id="1048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1049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1053" name="Сгруппировать"/>
          <p:cNvGrpSpPr/>
          <p:nvPr/>
        </p:nvGrpSpPr>
        <p:grpSpPr>
          <a:xfrm>
            <a:off x="19812000" y="-1714500"/>
            <a:ext cx="1524000" cy="857250"/>
            <a:chOff x="0" y="0"/>
            <a:chExt cx="1524000" cy="857250"/>
          </a:xfrm>
        </p:grpSpPr>
        <p:sp>
          <p:nvSpPr>
            <p:cNvPr id="1051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1052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1056" name="Сгруппировать"/>
          <p:cNvGrpSpPr/>
          <p:nvPr/>
        </p:nvGrpSpPr>
        <p:grpSpPr>
          <a:xfrm>
            <a:off x="18288000" y="-857250"/>
            <a:ext cx="1524000" cy="857250"/>
            <a:chOff x="0" y="0"/>
            <a:chExt cx="1524000" cy="857250"/>
          </a:xfrm>
        </p:grpSpPr>
        <p:sp>
          <p:nvSpPr>
            <p:cNvPr id="1054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1055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1059" name="Сгруппировать"/>
          <p:cNvGrpSpPr/>
          <p:nvPr/>
        </p:nvGrpSpPr>
        <p:grpSpPr>
          <a:xfrm>
            <a:off x="22860000" y="-1714500"/>
            <a:ext cx="1524000" cy="857250"/>
            <a:chOff x="0" y="0"/>
            <a:chExt cx="1524000" cy="857250"/>
          </a:xfrm>
        </p:grpSpPr>
        <p:sp>
          <p:nvSpPr>
            <p:cNvPr id="1057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1058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1062" name="Сгруппировать"/>
          <p:cNvGrpSpPr/>
          <p:nvPr/>
        </p:nvGrpSpPr>
        <p:grpSpPr>
          <a:xfrm>
            <a:off x="21336000" y="-857250"/>
            <a:ext cx="1524000" cy="857250"/>
            <a:chOff x="0" y="0"/>
            <a:chExt cx="1524000" cy="857250"/>
          </a:xfrm>
        </p:grpSpPr>
        <p:sp>
          <p:nvSpPr>
            <p:cNvPr id="1060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1061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1065" name="Сгруппировать"/>
          <p:cNvGrpSpPr/>
          <p:nvPr/>
        </p:nvGrpSpPr>
        <p:grpSpPr>
          <a:xfrm>
            <a:off x="-1524000" y="0"/>
            <a:ext cx="1524000" cy="857251"/>
            <a:chOff x="0" y="0"/>
            <a:chExt cx="1524000" cy="857250"/>
          </a:xfrm>
        </p:grpSpPr>
        <p:sp>
          <p:nvSpPr>
            <p:cNvPr id="1063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1064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1068" name="Сгруппировать"/>
          <p:cNvGrpSpPr/>
          <p:nvPr/>
        </p:nvGrpSpPr>
        <p:grpSpPr>
          <a:xfrm>
            <a:off x="-1524000" y="12858750"/>
            <a:ext cx="1524000" cy="857250"/>
            <a:chOff x="0" y="0"/>
            <a:chExt cx="1524000" cy="857250"/>
          </a:xfrm>
        </p:grpSpPr>
        <p:sp>
          <p:nvSpPr>
            <p:cNvPr id="1066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1067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1071" name="Сгруппировать"/>
          <p:cNvGrpSpPr/>
          <p:nvPr/>
        </p:nvGrpSpPr>
        <p:grpSpPr>
          <a:xfrm>
            <a:off x="-1651000" y="12001500"/>
            <a:ext cx="1524000" cy="857250"/>
            <a:chOff x="0" y="0"/>
            <a:chExt cx="1524000" cy="857250"/>
          </a:xfrm>
        </p:grpSpPr>
        <p:sp>
          <p:nvSpPr>
            <p:cNvPr id="1069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1070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3567076568"/>
      </p:ext>
    </p:extLst>
  </p:cSld>
  <p:clrMapOvr>
    <a:masterClrMapping/>
  </p:clrMapOvr>
  <p:transition spd="med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91" name="Заголовок"/>
          <p:cNvSpPr txBox="1"/>
          <p:nvPr/>
        </p:nvSpPr>
        <p:spPr>
          <a:xfrm>
            <a:off x="1524000" y="4911372"/>
            <a:ext cx="12461745" cy="389324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 algn="l">
              <a:lnSpc>
                <a:spcPct val="70000"/>
              </a:lnSpc>
              <a:defRPr sz="20000" spc="-400">
                <a:gradFill flip="none" rotWithShape="1">
                  <a:gsLst>
                    <a:gs pos="0">
                      <a:srgbClr val="34E234"/>
                    </a:gs>
                    <a:gs pos="19133">
                      <a:srgbClr val="9DCD25"/>
                    </a:gs>
                    <a:gs pos="39357">
                      <a:srgbClr val="F2E800"/>
                    </a:gs>
                    <a:gs pos="58861">
                      <a:srgbClr val="9DCD25"/>
                    </a:gs>
                    <a:gs pos="79839">
                      <a:srgbClr val="00A4E0"/>
                    </a:gs>
                    <a:gs pos="100000">
                      <a:srgbClr val="0086D0"/>
                    </a:gs>
                  </a:gsLst>
                  <a:lin ang="3000000" scaled="0"/>
                </a:gradFill>
                <a:latin typeface="SB Sans Display Light"/>
                <a:ea typeface="SB Sans Display Light"/>
                <a:cs typeface="SB Sans Display Light"/>
                <a:sym typeface="SB Sans Display Light"/>
              </a:defRPr>
            </a:lvl1pPr>
          </a:lstStyle>
          <a:p>
            <a:r>
              <a:rPr lang="ru-RU" sz="16700" dirty="0"/>
              <a:t>Встроенные</a:t>
            </a:r>
          </a:p>
          <a:p>
            <a:r>
              <a:rPr lang="ru-RU" sz="16700" dirty="0"/>
              <a:t>веб-серверы</a:t>
            </a:r>
          </a:p>
        </p:txBody>
      </p:sp>
      <p:grpSp>
        <p:nvGrpSpPr>
          <p:cNvPr id="4594" name="Сгруппировать"/>
          <p:cNvGrpSpPr/>
          <p:nvPr/>
        </p:nvGrpSpPr>
        <p:grpSpPr>
          <a:xfrm>
            <a:off x="12192000" y="-857250"/>
            <a:ext cx="1524000" cy="857250"/>
            <a:chOff x="0" y="0"/>
            <a:chExt cx="1524000" cy="857250"/>
          </a:xfrm>
        </p:grpSpPr>
        <p:sp>
          <p:nvSpPr>
            <p:cNvPr id="4592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34E234">
                <a:alpha val="50172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4593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4597" name="Сгруппировать"/>
          <p:cNvGrpSpPr/>
          <p:nvPr/>
        </p:nvGrpSpPr>
        <p:grpSpPr>
          <a:xfrm>
            <a:off x="10668000" y="-1714500"/>
            <a:ext cx="1524000" cy="857250"/>
            <a:chOff x="0" y="0"/>
            <a:chExt cx="1524000" cy="857250"/>
          </a:xfrm>
        </p:grpSpPr>
        <p:sp>
          <p:nvSpPr>
            <p:cNvPr id="4595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4596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4600" name="Сгруппировать"/>
          <p:cNvGrpSpPr/>
          <p:nvPr/>
        </p:nvGrpSpPr>
        <p:grpSpPr>
          <a:xfrm>
            <a:off x="13716000" y="-1714500"/>
            <a:ext cx="1524000" cy="857250"/>
            <a:chOff x="0" y="0"/>
            <a:chExt cx="1524000" cy="857250"/>
          </a:xfrm>
        </p:grpSpPr>
        <p:sp>
          <p:nvSpPr>
            <p:cNvPr id="4598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4599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4603" name="Сгруппировать"/>
          <p:cNvGrpSpPr/>
          <p:nvPr/>
        </p:nvGrpSpPr>
        <p:grpSpPr>
          <a:xfrm>
            <a:off x="9144000" y="-857250"/>
            <a:ext cx="1524000" cy="857250"/>
            <a:chOff x="0" y="0"/>
            <a:chExt cx="1524000" cy="857250"/>
          </a:xfrm>
        </p:grpSpPr>
        <p:sp>
          <p:nvSpPr>
            <p:cNvPr id="4601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4602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4606" name="Сгруппировать"/>
          <p:cNvGrpSpPr/>
          <p:nvPr/>
        </p:nvGrpSpPr>
        <p:grpSpPr>
          <a:xfrm>
            <a:off x="7620000" y="-1714500"/>
            <a:ext cx="1524000" cy="857250"/>
            <a:chOff x="0" y="0"/>
            <a:chExt cx="1524000" cy="857250"/>
          </a:xfrm>
        </p:grpSpPr>
        <p:sp>
          <p:nvSpPr>
            <p:cNvPr id="4604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4605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4609" name="Сгруппировать"/>
          <p:cNvGrpSpPr/>
          <p:nvPr/>
        </p:nvGrpSpPr>
        <p:grpSpPr>
          <a:xfrm>
            <a:off x="6096000" y="-857250"/>
            <a:ext cx="1524000" cy="857250"/>
            <a:chOff x="0" y="0"/>
            <a:chExt cx="1524000" cy="857250"/>
          </a:xfrm>
        </p:grpSpPr>
        <p:sp>
          <p:nvSpPr>
            <p:cNvPr id="4607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4608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4612" name="Сгруппировать"/>
          <p:cNvGrpSpPr/>
          <p:nvPr/>
        </p:nvGrpSpPr>
        <p:grpSpPr>
          <a:xfrm>
            <a:off x="4572000" y="-1714500"/>
            <a:ext cx="1524000" cy="857250"/>
            <a:chOff x="0" y="0"/>
            <a:chExt cx="1524000" cy="857250"/>
          </a:xfrm>
        </p:grpSpPr>
        <p:sp>
          <p:nvSpPr>
            <p:cNvPr id="4610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4611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4615" name="Сгруппировать"/>
          <p:cNvGrpSpPr/>
          <p:nvPr/>
        </p:nvGrpSpPr>
        <p:grpSpPr>
          <a:xfrm>
            <a:off x="3048000" y="-857250"/>
            <a:ext cx="1524000" cy="857250"/>
            <a:chOff x="0" y="0"/>
            <a:chExt cx="1524000" cy="857250"/>
          </a:xfrm>
        </p:grpSpPr>
        <p:sp>
          <p:nvSpPr>
            <p:cNvPr id="4613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4614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4618" name="Сгруппировать"/>
          <p:cNvGrpSpPr/>
          <p:nvPr/>
        </p:nvGrpSpPr>
        <p:grpSpPr>
          <a:xfrm>
            <a:off x="1524000" y="-1714500"/>
            <a:ext cx="1524000" cy="857250"/>
            <a:chOff x="0" y="0"/>
            <a:chExt cx="1524000" cy="857250"/>
          </a:xfrm>
        </p:grpSpPr>
        <p:sp>
          <p:nvSpPr>
            <p:cNvPr id="4616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4617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4621" name="Сгруппировать"/>
          <p:cNvGrpSpPr/>
          <p:nvPr/>
        </p:nvGrpSpPr>
        <p:grpSpPr>
          <a:xfrm>
            <a:off x="0" y="-857250"/>
            <a:ext cx="1524001" cy="857250"/>
            <a:chOff x="0" y="0"/>
            <a:chExt cx="1524000" cy="857250"/>
          </a:xfrm>
        </p:grpSpPr>
        <p:sp>
          <p:nvSpPr>
            <p:cNvPr id="4619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4620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4624" name="Сгруппировать"/>
          <p:cNvGrpSpPr/>
          <p:nvPr/>
        </p:nvGrpSpPr>
        <p:grpSpPr>
          <a:xfrm>
            <a:off x="16764000" y="-1714500"/>
            <a:ext cx="1524000" cy="857250"/>
            <a:chOff x="0" y="0"/>
            <a:chExt cx="1524000" cy="857250"/>
          </a:xfrm>
        </p:grpSpPr>
        <p:sp>
          <p:nvSpPr>
            <p:cNvPr id="4622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4623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4627" name="Сгруппировать"/>
          <p:cNvGrpSpPr/>
          <p:nvPr/>
        </p:nvGrpSpPr>
        <p:grpSpPr>
          <a:xfrm>
            <a:off x="15240000" y="-857250"/>
            <a:ext cx="1524000" cy="857250"/>
            <a:chOff x="0" y="0"/>
            <a:chExt cx="1524000" cy="857250"/>
          </a:xfrm>
        </p:grpSpPr>
        <p:sp>
          <p:nvSpPr>
            <p:cNvPr id="4625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4626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4630" name="Сгруппировать"/>
          <p:cNvGrpSpPr/>
          <p:nvPr/>
        </p:nvGrpSpPr>
        <p:grpSpPr>
          <a:xfrm>
            <a:off x="19812000" y="-1714500"/>
            <a:ext cx="1524000" cy="857250"/>
            <a:chOff x="0" y="0"/>
            <a:chExt cx="1524000" cy="857250"/>
          </a:xfrm>
        </p:grpSpPr>
        <p:sp>
          <p:nvSpPr>
            <p:cNvPr id="4628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4629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4633" name="Сгруппировать"/>
          <p:cNvGrpSpPr/>
          <p:nvPr/>
        </p:nvGrpSpPr>
        <p:grpSpPr>
          <a:xfrm>
            <a:off x="18288000" y="-857250"/>
            <a:ext cx="1524000" cy="857250"/>
            <a:chOff x="0" y="0"/>
            <a:chExt cx="1524000" cy="857250"/>
          </a:xfrm>
        </p:grpSpPr>
        <p:sp>
          <p:nvSpPr>
            <p:cNvPr id="4631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4632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4636" name="Сгруппировать"/>
          <p:cNvGrpSpPr/>
          <p:nvPr/>
        </p:nvGrpSpPr>
        <p:grpSpPr>
          <a:xfrm>
            <a:off x="22860000" y="-1714500"/>
            <a:ext cx="1524000" cy="857250"/>
            <a:chOff x="0" y="0"/>
            <a:chExt cx="1524000" cy="857250"/>
          </a:xfrm>
        </p:grpSpPr>
        <p:sp>
          <p:nvSpPr>
            <p:cNvPr id="4634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4635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4639" name="Сгруппировать"/>
          <p:cNvGrpSpPr/>
          <p:nvPr/>
        </p:nvGrpSpPr>
        <p:grpSpPr>
          <a:xfrm>
            <a:off x="21336000" y="-857250"/>
            <a:ext cx="1524000" cy="857250"/>
            <a:chOff x="0" y="0"/>
            <a:chExt cx="1524000" cy="857250"/>
          </a:xfrm>
        </p:grpSpPr>
        <p:sp>
          <p:nvSpPr>
            <p:cNvPr id="4637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4638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4642" name="Сгруппировать"/>
          <p:cNvGrpSpPr/>
          <p:nvPr/>
        </p:nvGrpSpPr>
        <p:grpSpPr>
          <a:xfrm>
            <a:off x="-1524000" y="0"/>
            <a:ext cx="1524000" cy="857251"/>
            <a:chOff x="0" y="0"/>
            <a:chExt cx="1524000" cy="857250"/>
          </a:xfrm>
        </p:grpSpPr>
        <p:sp>
          <p:nvSpPr>
            <p:cNvPr id="4640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4641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4645" name="Сгруппировать"/>
          <p:cNvGrpSpPr/>
          <p:nvPr/>
        </p:nvGrpSpPr>
        <p:grpSpPr>
          <a:xfrm>
            <a:off x="-1524000" y="12858750"/>
            <a:ext cx="1524000" cy="857250"/>
            <a:chOff x="0" y="0"/>
            <a:chExt cx="1524000" cy="857250"/>
          </a:xfrm>
        </p:grpSpPr>
        <p:sp>
          <p:nvSpPr>
            <p:cNvPr id="4643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4644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4648" name="Сгруппировать"/>
          <p:cNvGrpSpPr/>
          <p:nvPr/>
        </p:nvGrpSpPr>
        <p:grpSpPr>
          <a:xfrm>
            <a:off x="-1651000" y="12001500"/>
            <a:ext cx="1524000" cy="857250"/>
            <a:chOff x="0" y="0"/>
            <a:chExt cx="1524000" cy="857250"/>
          </a:xfrm>
        </p:grpSpPr>
        <p:sp>
          <p:nvSpPr>
            <p:cNvPr id="4646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4647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1741186104"/>
      </p:ext>
    </p:extLst>
  </p:cSld>
  <p:clrMapOvr>
    <a:masterClrMapping/>
  </p:clrMapOvr>
  <p:transition spd="med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C792E338-5663-41A4-8813-B01FCC2BC69A}"/>
              </a:ext>
            </a:extLst>
          </p:cNvPr>
          <p:cNvSpPr/>
          <p:nvPr/>
        </p:nvSpPr>
        <p:spPr>
          <a:xfrm>
            <a:off x="-127000" y="-25400"/>
            <a:ext cx="24672365" cy="13741400"/>
          </a:xfrm>
          <a:prstGeom prst="rect">
            <a:avLst/>
          </a:prstGeom>
          <a:solidFill>
            <a:srgbClr val="FFFFFF"/>
          </a:soli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ctr" defTabSz="8255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3200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FillTx/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grpSp>
        <p:nvGrpSpPr>
          <p:cNvPr id="6390" name="Сгруппировать"/>
          <p:cNvGrpSpPr/>
          <p:nvPr/>
        </p:nvGrpSpPr>
        <p:grpSpPr>
          <a:xfrm>
            <a:off x="12192000" y="-857250"/>
            <a:ext cx="1524000" cy="857250"/>
            <a:chOff x="0" y="0"/>
            <a:chExt cx="1524000" cy="857250"/>
          </a:xfrm>
        </p:grpSpPr>
        <p:sp>
          <p:nvSpPr>
            <p:cNvPr id="6388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34E234">
                <a:alpha val="50172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6389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6393" name="Сгруппировать"/>
          <p:cNvGrpSpPr/>
          <p:nvPr/>
        </p:nvGrpSpPr>
        <p:grpSpPr>
          <a:xfrm>
            <a:off x="10668000" y="-1714500"/>
            <a:ext cx="1524000" cy="857250"/>
            <a:chOff x="0" y="0"/>
            <a:chExt cx="1524000" cy="857250"/>
          </a:xfrm>
        </p:grpSpPr>
        <p:sp>
          <p:nvSpPr>
            <p:cNvPr id="6391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6392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6396" name="Сгруппировать"/>
          <p:cNvGrpSpPr/>
          <p:nvPr/>
        </p:nvGrpSpPr>
        <p:grpSpPr>
          <a:xfrm>
            <a:off x="13716000" y="-1714500"/>
            <a:ext cx="1524000" cy="857250"/>
            <a:chOff x="0" y="0"/>
            <a:chExt cx="1524000" cy="857250"/>
          </a:xfrm>
        </p:grpSpPr>
        <p:sp>
          <p:nvSpPr>
            <p:cNvPr id="6394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6395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6399" name="Сгруппировать"/>
          <p:cNvGrpSpPr/>
          <p:nvPr/>
        </p:nvGrpSpPr>
        <p:grpSpPr>
          <a:xfrm>
            <a:off x="9144000" y="-857250"/>
            <a:ext cx="1524000" cy="857250"/>
            <a:chOff x="0" y="0"/>
            <a:chExt cx="1524000" cy="857250"/>
          </a:xfrm>
        </p:grpSpPr>
        <p:sp>
          <p:nvSpPr>
            <p:cNvPr id="6397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6398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6402" name="Сгруппировать"/>
          <p:cNvGrpSpPr/>
          <p:nvPr/>
        </p:nvGrpSpPr>
        <p:grpSpPr>
          <a:xfrm>
            <a:off x="7620000" y="-1714500"/>
            <a:ext cx="1524000" cy="857250"/>
            <a:chOff x="0" y="0"/>
            <a:chExt cx="1524000" cy="857250"/>
          </a:xfrm>
        </p:grpSpPr>
        <p:sp>
          <p:nvSpPr>
            <p:cNvPr id="6400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6401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6405" name="Сгруппировать"/>
          <p:cNvGrpSpPr/>
          <p:nvPr/>
        </p:nvGrpSpPr>
        <p:grpSpPr>
          <a:xfrm>
            <a:off x="6096000" y="-857250"/>
            <a:ext cx="1524000" cy="857250"/>
            <a:chOff x="0" y="0"/>
            <a:chExt cx="1524000" cy="857250"/>
          </a:xfrm>
        </p:grpSpPr>
        <p:sp>
          <p:nvSpPr>
            <p:cNvPr id="6403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6404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6408" name="Сгруппировать"/>
          <p:cNvGrpSpPr/>
          <p:nvPr/>
        </p:nvGrpSpPr>
        <p:grpSpPr>
          <a:xfrm>
            <a:off x="4572000" y="-1714500"/>
            <a:ext cx="1524000" cy="857250"/>
            <a:chOff x="0" y="0"/>
            <a:chExt cx="1524000" cy="857250"/>
          </a:xfrm>
        </p:grpSpPr>
        <p:sp>
          <p:nvSpPr>
            <p:cNvPr id="6406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6407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6411" name="Сгруппировать"/>
          <p:cNvGrpSpPr/>
          <p:nvPr/>
        </p:nvGrpSpPr>
        <p:grpSpPr>
          <a:xfrm>
            <a:off x="3048000" y="-857250"/>
            <a:ext cx="1524000" cy="857250"/>
            <a:chOff x="0" y="0"/>
            <a:chExt cx="1524000" cy="857250"/>
          </a:xfrm>
        </p:grpSpPr>
        <p:sp>
          <p:nvSpPr>
            <p:cNvPr id="6409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6410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6414" name="Сгруппировать"/>
          <p:cNvGrpSpPr/>
          <p:nvPr/>
        </p:nvGrpSpPr>
        <p:grpSpPr>
          <a:xfrm>
            <a:off x="1524000" y="-1714500"/>
            <a:ext cx="1524000" cy="857250"/>
            <a:chOff x="0" y="0"/>
            <a:chExt cx="1524000" cy="857250"/>
          </a:xfrm>
        </p:grpSpPr>
        <p:sp>
          <p:nvSpPr>
            <p:cNvPr id="6412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6413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6417" name="Сгруппировать"/>
          <p:cNvGrpSpPr/>
          <p:nvPr/>
        </p:nvGrpSpPr>
        <p:grpSpPr>
          <a:xfrm>
            <a:off x="0" y="-857250"/>
            <a:ext cx="1524001" cy="857250"/>
            <a:chOff x="0" y="0"/>
            <a:chExt cx="1524000" cy="857250"/>
          </a:xfrm>
        </p:grpSpPr>
        <p:sp>
          <p:nvSpPr>
            <p:cNvPr id="6415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6416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6420" name="Сгруппировать"/>
          <p:cNvGrpSpPr/>
          <p:nvPr/>
        </p:nvGrpSpPr>
        <p:grpSpPr>
          <a:xfrm>
            <a:off x="16764000" y="-1714500"/>
            <a:ext cx="1524000" cy="857250"/>
            <a:chOff x="0" y="0"/>
            <a:chExt cx="1524000" cy="857250"/>
          </a:xfrm>
        </p:grpSpPr>
        <p:sp>
          <p:nvSpPr>
            <p:cNvPr id="6418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6419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6423" name="Сгруппировать"/>
          <p:cNvGrpSpPr/>
          <p:nvPr/>
        </p:nvGrpSpPr>
        <p:grpSpPr>
          <a:xfrm>
            <a:off x="15240000" y="-857250"/>
            <a:ext cx="1524000" cy="857250"/>
            <a:chOff x="0" y="0"/>
            <a:chExt cx="1524000" cy="857250"/>
          </a:xfrm>
        </p:grpSpPr>
        <p:sp>
          <p:nvSpPr>
            <p:cNvPr id="6421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6422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6426" name="Сгруппировать"/>
          <p:cNvGrpSpPr/>
          <p:nvPr/>
        </p:nvGrpSpPr>
        <p:grpSpPr>
          <a:xfrm>
            <a:off x="19812000" y="-1714500"/>
            <a:ext cx="1524000" cy="857250"/>
            <a:chOff x="0" y="0"/>
            <a:chExt cx="1524000" cy="857250"/>
          </a:xfrm>
        </p:grpSpPr>
        <p:sp>
          <p:nvSpPr>
            <p:cNvPr id="6424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6425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6429" name="Сгруппировать"/>
          <p:cNvGrpSpPr/>
          <p:nvPr/>
        </p:nvGrpSpPr>
        <p:grpSpPr>
          <a:xfrm>
            <a:off x="18288000" y="-857250"/>
            <a:ext cx="1524000" cy="857250"/>
            <a:chOff x="0" y="0"/>
            <a:chExt cx="1524000" cy="857250"/>
          </a:xfrm>
        </p:grpSpPr>
        <p:sp>
          <p:nvSpPr>
            <p:cNvPr id="6427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6428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6432" name="Сгруппировать"/>
          <p:cNvGrpSpPr/>
          <p:nvPr/>
        </p:nvGrpSpPr>
        <p:grpSpPr>
          <a:xfrm>
            <a:off x="22860000" y="-1714500"/>
            <a:ext cx="1524000" cy="857250"/>
            <a:chOff x="0" y="0"/>
            <a:chExt cx="1524000" cy="857250"/>
          </a:xfrm>
        </p:grpSpPr>
        <p:sp>
          <p:nvSpPr>
            <p:cNvPr id="6430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6431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6435" name="Сгруппировать"/>
          <p:cNvGrpSpPr/>
          <p:nvPr/>
        </p:nvGrpSpPr>
        <p:grpSpPr>
          <a:xfrm>
            <a:off x="21336000" y="-857250"/>
            <a:ext cx="1524000" cy="857250"/>
            <a:chOff x="0" y="0"/>
            <a:chExt cx="1524000" cy="857250"/>
          </a:xfrm>
        </p:grpSpPr>
        <p:sp>
          <p:nvSpPr>
            <p:cNvPr id="6433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6434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6438" name="Сгруппировать"/>
          <p:cNvGrpSpPr/>
          <p:nvPr/>
        </p:nvGrpSpPr>
        <p:grpSpPr>
          <a:xfrm>
            <a:off x="-1524000" y="0"/>
            <a:ext cx="1524000" cy="857251"/>
            <a:chOff x="0" y="0"/>
            <a:chExt cx="1524000" cy="857250"/>
          </a:xfrm>
        </p:grpSpPr>
        <p:sp>
          <p:nvSpPr>
            <p:cNvPr id="6436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6437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6441" name="Сгруппировать"/>
          <p:cNvGrpSpPr/>
          <p:nvPr/>
        </p:nvGrpSpPr>
        <p:grpSpPr>
          <a:xfrm>
            <a:off x="-1524000" y="12858750"/>
            <a:ext cx="1524000" cy="857250"/>
            <a:chOff x="0" y="0"/>
            <a:chExt cx="1524000" cy="857250"/>
          </a:xfrm>
        </p:grpSpPr>
        <p:sp>
          <p:nvSpPr>
            <p:cNvPr id="6439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6440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6444" name="Сгруппировать"/>
          <p:cNvGrpSpPr/>
          <p:nvPr/>
        </p:nvGrpSpPr>
        <p:grpSpPr>
          <a:xfrm>
            <a:off x="-1651000" y="12001500"/>
            <a:ext cx="1524000" cy="857250"/>
            <a:chOff x="0" y="0"/>
            <a:chExt cx="1524000" cy="857250"/>
          </a:xfrm>
        </p:grpSpPr>
        <p:sp>
          <p:nvSpPr>
            <p:cNvPr id="6442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6443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sp>
        <p:nvSpPr>
          <p:cNvPr id="63" name="Text 1">
            <a:extLst>
              <a:ext uri="{FF2B5EF4-FFF2-40B4-BE49-F238E27FC236}">
                <a16:creationId xmlns:a16="http://schemas.microsoft.com/office/drawing/2014/main" id="{79AB2086-D555-48BF-8A7C-96857B49D633}"/>
              </a:ext>
            </a:extLst>
          </p:cNvPr>
          <p:cNvSpPr/>
          <p:nvPr/>
        </p:nvSpPr>
        <p:spPr>
          <a:xfrm>
            <a:off x="1356966" y="1105917"/>
            <a:ext cx="21203588" cy="22694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93000"/>
              </a:lnSpc>
            </a:pPr>
            <a:r>
              <a:rPr lang="ru-RU" sz="9600" b="1" dirty="0">
                <a:solidFill>
                  <a:srgbClr val="000000"/>
                </a:solidFill>
                <a:latin typeface="SB Sans Display Semibold" panose="020B0503040504020204" pitchFamily="34" charset="0"/>
                <a:cs typeface="SB Sans Display Semibold" panose="020B0503040504020204" pitchFamily="34" charset="0"/>
              </a:rPr>
              <a:t>Запуск веб-приложения</a:t>
            </a:r>
            <a:endParaRPr lang="en-US" sz="9600" b="1" dirty="0">
              <a:solidFill>
                <a:srgbClr val="000000"/>
              </a:solidFill>
              <a:latin typeface="SB Sans Display Semibold" panose="020B0503040504020204" pitchFamily="34" charset="0"/>
              <a:cs typeface="SB Sans Display Semibold" panose="020B0503040504020204" pitchFamily="34" charset="0"/>
            </a:endParaRPr>
          </a:p>
          <a:p>
            <a:pPr>
              <a:lnSpc>
                <a:spcPct val="93000"/>
              </a:lnSpc>
            </a:pPr>
            <a:r>
              <a:rPr lang="en-US" sz="6600" b="1" dirty="0">
                <a:solidFill>
                  <a:srgbClr val="000000"/>
                </a:solidFill>
                <a:latin typeface="SB Sans Display Semibold" panose="020B0503040504020204" pitchFamily="34" charset="0"/>
                <a:cs typeface="SB Sans Display Semibold" panose="020B0503040504020204" pitchFamily="34" charset="0"/>
              </a:rPr>
              <a:t>Spring Framework</a:t>
            </a:r>
            <a:endParaRPr lang="ru-RU" sz="6600" b="1" dirty="0">
              <a:solidFill>
                <a:srgbClr val="000000"/>
              </a:solidFill>
              <a:latin typeface="SB Sans Display Semibold" panose="020B0503040504020204" pitchFamily="34" charset="0"/>
              <a:cs typeface="SB Sans Display Semibold" panose="020B0503040504020204" pitchFamily="34" charset="0"/>
            </a:endParaRP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3C678CC1-FF54-4265-BF38-A8A37809601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0" y="3365677"/>
            <a:ext cx="13318315" cy="9921698"/>
          </a:xfrm>
          <a:prstGeom prst="rect">
            <a:avLst/>
          </a:prstGeom>
        </p:spPr>
      </p:pic>
      <p:pic>
        <p:nvPicPr>
          <p:cNvPr id="1028" name="Picture 4" descr="Накидайте креветок : r/KafkaFPS">
            <a:extLst>
              <a:ext uri="{FF2B5EF4-FFF2-40B4-BE49-F238E27FC236}">
                <a16:creationId xmlns:a16="http://schemas.microsoft.com/office/drawing/2014/main" id="{005DC19F-58AD-4B21-9735-21974EF92FC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252407" y="8834438"/>
            <a:ext cx="3499186" cy="34480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F4A6A023-9A14-4207-B343-56990791034E}"/>
              </a:ext>
            </a:extLst>
          </p:cNvPr>
          <p:cNvSpPr/>
          <p:nvPr/>
        </p:nvSpPr>
        <p:spPr>
          <a:xfrm>
            <a:off x="4348065" y="7672145"/>
            <a:ext cx="14151850" cy="5356355"/>
          </a:xfrm>
          <a:prstGeom prst="rect">
            <a:avLst/>
          </a:prstGeom>
          <a:solidFill>
            <a:srgbClr val="FFFFFF"/>
          </a:soli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ctr" defTabSz="8255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3200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FillTx/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68" name="Прямоугольник 67">
            <a:extLst>
              <a:ext uri="{FF2B5EF4-FFF2-40B4-BE49-F238E27FC236}">
                <a16:creationId xmlns:a16="http://schemas.microsoft.com/office/drawing/2014/main" id="{1C54FD49-85A9-4006-B973-3C1738D61698}"/>
              </a:ext>
            </a:extLst>
          </p:cNvPr>
          <p:cNvSpPr/>
          <p:nvPr/>
        </p:nvSpPr>
        <p:spPr>
          <a:xfrm>
            <a:off x="3810000" y="3345250"/>
            <a:ext cx="14939250" cy="5356355"/>
          </a:xfrm>
          <a:prstGeom prst="rect">
            <a:avLst/>
          </a:prstGeom>
          <a:solidFill>
            <a:srgbClr val="FFFFFF"/>
          </a:soli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ctr" defTabSz="8255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3200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FillTx/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</p:spTree>
    <p:extLst>
      <p:ext uri="{BB962C8B-B14F-4D97-AF65-F5344CB8AC3E}">
        <p14:creationId xmlns:p14="http://schemas.microsoft.com/office/powerpoint/2010/main" val="514297299"/>
      </p:ext>
    </p:extLst>
  </p:cSld>
  <p:clrMapOvr>
    <a:masterClrMapping/>
  </p:clrMapOvr>
  <p:transition spd="med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C792E338-5663-41A4-8813-B01FCC2BC69A}"/>
              </a:ext>
            </a:extLst>
          </p:cNvPr>
          <p:cNvSpPr/>
          <p:nvPr/>
        </p:nvSpPr>
        <p:spPr>
          <a:xfrm>
            <a:off x="-127000" y="-25400"/>
            <a:ext cx="24672365" cy="13741400"/>
          </a:xfrm>
          <a:prstGeom prst="rect">
            <a:avLst/>
          </a:prstGeom>
          <a:solidFill>
            <a:srgbClr val="FFFFFF"/>
          </a:soli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ctr" defTabSz="8255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3200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FillTx/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grpSp>
        <p:nvGrpSpPr>
          <p:cNvPr id="6390" name="Сгруппировать"/>
          <p:cNvGrpSpPr/>
          <p:nvPr/>
        </p:nvGrpSpPr>
        <p:grpSpPr>
          <a:xfrm>
            <a:off x="12192000" y="-857250"/>
            <a:ext cx="1524000" cy="857250"/>
            <a:chOff x="0" y="0"/>
            <a:chExt cx="1524000" cy="857250"/>
          </a:xfrm>
        </p:grpSpPr>
        <p:sp>
          <p:nvSpPr>
            <p:cNvPr id="6388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34E234">
                <a:alpha val="50172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6389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6393" name="Сгруппировать"/>
          <p:cNvGrpSpPr/>
          <p:nvPr/>
        </p:nvGrpSpPr>
        <p:grpSpPr>
          <a:xfrm>
            <a:off x="10668000" y="-1714500"/>
            <a:ext cx="1524000" cy="857250"/>
            <a:chOff x="0" y="0"/>
            <a:chExt cx="1524000" cy="857250"/>
          </a:xfrm>
        </p:grpSpPr>
        <p:sp>
          <p:nvSpPr>
            <p:cNvPr id="6391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6392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6396" name="Сгруппировать"/>
          <p:cNvGrpSpPr/>
          <p:nvPr/>
        </p:nvGrpSpPr>
        <p:grpSpPr>
          <a:xfrm>
            <a:off x="13716000" y="-1714500"/>
            <a:ext cx="1524000" cy="857250"/>
            <a:chOff x="0" y="0"/>
            <a:chExt cx="1524000" cy="857250"/>
          </a:xfrm>
        </p:grpSpPr>
        <p:sp>
          <p:nvSpPr>
            <p:cNvPr id="6394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6395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6399" name="Сгруппировать"/>
          <p:cNvGrpSpPr/>
          <p:nvPr/>
        </p:nvGrpSpPr>
        <p:grpSpPr>
          <a:xfrm>
            <a:off x="9144000" y="-857250"/>
            <a:ext cx="1524000" cy="857250"/>
            <a:chOff x="0" y="0"/>
            <a:chExt cx="1524000" cy="857250"/>
          </a:xfrm>
        </p:grpSpPr>
        <p:sp>
          <p:nvSpPr>
            <p:cNvPr id="6397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6398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6402" name="Сгруппировать"/>
          <p:cNvGrpSpPr/>
          <p:nvPr/>
        </p:nvGrpSpPr>
        <p:grpSpPr>
          <a:xfrm>
            <a:off x="7620000" y="-1714500"/>
            <a:ext cx="1524000" cy="857250"/>
            <a:chOff x="0" y="0"/>
            <a:chExt cx="1524000" cy="857250"/>
          </a:xfrm>
        </p:grpSpPr>
        <p:sp>
          <p:nvSpPr>
            <p:cNvPr id="6400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6401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6405" name="Сгруппировать"/>
          <p:cNvGrpSpPr/>
          <p:nvPr/>
        </p:nvGrpSpPr>
        <p:grpSpPr>
          <a:xfrm>
            <a:off x="6096000" y="-857250"/>
            <a:ext cx="1524000" cy="857250"/>
            <a:chOff x="0" y="0"/>
            <a:chExt cx="1524000" cy="857250"/>
          </a:xfrm>
        </p:grpSpPr>
        <p:sp>
          <p:nvSpPr>
            <p:cNvPr id="6403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6404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6408" name="Сгруппировать"/>
          <p:cNvGrpSpPr/>
          <p:nvPr/>
        </p:nvGrpSpPr>
        <p:grpSpPr>
          <a:xfrm>
            <a:off x="4572000" y="-1714500"/>
            <a:ext cx="1524000" cy="857250"/>
            <a:chOff x="0" y="0"/>
            <a:chExt cx="1524000" cy="857250"/>
          </a:xfrm>
        </p:grpSpPr>
        <p:sp>
          <p:nvSpPr>
            <p:cNvPr id="6406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6407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6411" name="Сгруппировать"/>
          <p:cNvGrpSpPr/>
          <p:nvPr/>
        </p:nvGrpSpPr>
        <p:grpSpPr>
          <a:xfrm>
            <a:off x="3048000" y="-857250"/>
            <a:ext cx="1524000" cy="857250"/>
            <a:chOff x="0" y="0"/>
            <a:chExt cx="1524000" cy="857250"/>
          </a:xfrm>
        </p:grpSpPr>
        <p:sp>
          <p:nvSpPr>
            <p:cNvPr id="6409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6410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6414" name="Сгруппировать"/>
          <p:cNvGrpSpPr/>
          <p:nvPr/>
        </p:nvGrpSpPr>
        <p:grpSpPr>
          <a:xfrm>
            <a:off x="1524000" y="-1714500"/>
            <a:ext cx="1524000" cy="857250"/>
            <a:chOff x="0" y="0"/>
            <a:chExt cx="1524000" cy="857250"/>
          </a:xfrm>
        </p:grpSpPr>
        <p:sp>
          <p:nvSpPr>
            <p:cNvPr id="6412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6413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6417" name="Сгруппировать"/>
          <p:cNvGrpSpPr/>
          <p:nvPr/>
        </p:nvGrpSpPr>
        <p:grpSpPr>
          <a:xfrm>
            <a:off x="0" y="-857250"/>
            <a:ext cx="1524001" cy="857250"/>
            <a:chOff x="0" y="0"/>
            <a:chExt cx="1524000" cy="857250"/>
          </a:xfrm>
        </p:grpSpPr>
        <p:sp>
          <p:nvSpPr>
            <p:cNvPr id="6415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6416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6420" name="Сгруппировать"/>
          <p:cNvGrpSpPr/>
          <p:nvPr/>
        </p:nvGrpSpPr>
        <p:grpSpPr>
          <a:xfrm>
            <a:off x="16764000" y="-1714500"/>
            <a:ext cx="1524000" cy="857250"/>
            <a:chOff x="0" y="0"/>
            <a:chExt cx="1524000" cy="857250"/>
          </a:xfrm>
        </p:grpSpPr>
        <p:sp>
          <p:nvSpPr>
            <p:cNvPr id="6418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6419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6423" name="Сгруппировать"/>
          <p:cNvGrpSpPr/>
          <p:nvPr/>
        </p:nvGrpSpPr>
        <p:grpSpPr>
          <a:xfrm>
            <a:off x="15240000" y="-857250"/>
            <a:ext cx="1524000" cy="857250"/>
            <a:chOff x="0" y="0"/>
            <a:chExt cx="1524000" cy="857250"/>
          </a:xfrm>
        </p:grpSpPr>
        <p:sp>
          <p:nvSpPr>
            <p:cNvPr id="6421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6422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6426" name="Сгруппировать"/>
          <p:cNvGrpSpPr/>
          <p:nvPr/>
        </p:nvGrpSpPr>
        <p:grpSpPr>
          <a:xfrm>
            <a:off x="19812000" y="-1714500"/>
            <a:ext cx="1524000" cy="857250"/>
            <a:chOff x="0" y="0"/>
            <a:chExt cx="1524000" cy="857250"/>
          </a:xfrm>
        </p:grpSpPr>
        <p:sp>
          <p:nvSpPr>
            <p:cNvPr id="6424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6425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6429" name="Сгруппировать"/>
          <p:cNvGrpSpPr/>
          <p:nvPr/>
        </p:nvGrpSpPr>
        <p:grpSpPr>
          <a:xfrm>
            <a:off x="18288000" y="-857250"/>
            <a:ext cx="1524000" cy="857250"/>
            <a:chOff x="0" y="0"/>
            <a:chExt cx="1524000" cy="857250"/>
          </a:xfrm>
        </p:grpSpPr>
        <p:sp>
          <p:nvSpPr>
            <p:cNvPr id="6427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6428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6432" name="Сгруппировать"/>
          <p:cNvGrpSpPr/>
          <p:nvPr/>
        </p:nvGrpSpPr>
        <p:grpSpPr>
          <a:xfrm>
            <a:off x="22860000" y="-1714500"/>
            <a:ext cx="1524000" cy="857250"/>
            <a:chOff x="0" y="0"/>
            <a:chExt cx="1524000" cy="857250"/>
          </a:xfrm>
        </p:grpSpPr>
        <p:sp>
          <p:nvSpPr>
            <p:cNvPr id="6430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6431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6435" name="Сгруппировать"/>
          <p:cNvGrpSpPr/>
          <p:nvPr/>
        </p:nvGrpSpPr>
        <p:grpSpPr>
          <a:xfrm>
            <a:off x="21336000" y="-857250"/>
            <a:ext cx="1524000" cy="857250"/>
            <a:chOff x="0" y="0"/>
            <a:chExt cx="1524000" cy="857250"/>
          </a:xfrm>
        </p:grpSpPr>
        <p:sp>
          <p:nvSpPr>
            <p:cNvPr id="6433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6434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6438" name="Сгруппировать"/>
          <p:cNvGrpSpPr/>
          <p:nvPr/>
        </p:nvGrpSpPr>
        <p:grpSpPr>
          <a:xfrm>
            <a:off x="-1524000" y="0"/>
            <a:ext cx="1524000" cy="857251"/>
            <a:chOff x="0" y="0"/>
            <a:chExt cx="1524000" cy="857250"/>
          </a:xfrm>
        </p:grpSpPr>
        <p:sp>
          <p:nvSpPr>
            <p:cNvPr id="6436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6437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6441" name="Сгруппировать"/>
          <p:cNvGrpSpPr/>
          <p:nvPr/>
        </p:nvGrpSpPr>
        <p:grpSpPr>
          <a:xfrm>
            <a:off x="-1524000" y="12858750"/>
            <a:ext cx="1524000" cy="857250"/>
            <a:chOff x="0" y="0"/>
            <a:chExt cx="1524000" cy="857250"/>
          </a:xfrm>
        </p:grpSpPr>
        <p:sp>
          <p:nvSpPr>
            <p:cNvPr id="6439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6440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6444" name="Сгруппировать"/>
          <p:cNvGrpSpPr/>
          <p:nvPr/>
        </p:nvGrpSpPr>
        <p:grpSpPr>
          <a:xfrm>
            <a:off x="-1651000" y="12001500"/>
            <a:ext cx="1524000" cy="857250"/>
            <a:chOff x="0" y="0"/>
            <a:chExt cx="1524000" cy="857250"/>
          </a:xfrm>
        </p:grpSpPr>
        <p:sp>
          <p:nvSpPr>
            <p:cNvPr id="6442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6443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sp>
        <p:nvSpPr>
          <p:cNvPr id="63" name="Text 1">
            <a:extLst>
              <a:ext uri="{FF2B5EF4-FFF2-40B4-BE49-F238E27FC236}">
                <a16:creationId xmlns:a16="http://schemas.microsoft.com/office/drawing/2014/main" id="{79AB2086-D555-48BF-8A7C-96857B49D633}"/>
              </a:ext>
            </a:extLst>
          </p:cNvPr>
          <p:cNvSpPr/>
          <p:nvPr/>
        </p:nvSpPr>
        <p:spPr>
          <a:xfrm>
            <a:off x="1356966" y="1105917"/>
            <a:ext cx="21203588" cy="22694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93000"/>
              </a:lnSpc>
            </a:pPr>
            <a:r>
              <a:rPr lang="ru-RU" sz="9600" b="1" dirty="0">
                <a:solidFill>
                  <a:srgbClr val="000000"/>
                </a:solidFill>
                <a:latin typeface="SB Sans Display Semibold" panose="020B0503040504020204" pitchFamily="34" charset="0"/>
                <a:cs typeface="SB Sans Display Semibold" panose="020B0503040504020204" pitchFamily="34" charset="0"/>
              </a:rPr>
              <a:t>Запуск веб-приложения</a:t>
            </a:r>
            <a:endParaRPr lang="en-US" sz="9600" b="1" dirty="0">
              <a:solidFill>
                <a:srgbClr val="000000"/>
              </a:solidFill>
              <a:latin typeface="SB Sans Display Semibold" panose="020B0503040504020204" pitchFamily="34" charset="0"/>
              <a:cs typeface="SB Sans Display Semibold" panose="020B0503040504020204" pitchFamily="34" charset="0"/>
            </a:endParaRPr>
          </a:p>
          <a:p>
            <a:pPr>
              <a:lnSpc>
                <a:spcPct val="93000"/>
              </a:lnSpc>
            </a:pPr>
            <a:r>
              <a:rPr lang="en-US" sz="6600" b="1" dirty="0">
                <a:solidFill>
                  <a:srgbClr val="000000"/>
                </a:solidFill>
                <a:latin typeface="SB Sans Display Semibold" panose="020B0503040504020204" pitchFamily="34" charset="0"/>
                <a:cs typeface="SB Sans Display Semibold" panose="020B0503040504020204" pitchFamily="34" charset="0"/>
              </a:rPr>
              <a:t>Spring Framework</a:t>
            </a:r>
            <a:endParaRPr lang="ru-RU" sz="6600" b="1" dirty="0">
              <a:solidFill>
                <a:srgbClr val="000000"/>
              </a:solidFill>
              <a:latin typeface="SB Sans Display Semibold" panose="020B0503040504020204" pitchFamily="34" charset="0"/>
              <a:cs typeface="SB Sans Display Semibold" panose="020B0503040504020204" pitchFamily="34" charset="0"/>
            </a:endParaRP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3C678CC1-FF54-4265-BF38-A8A37809601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0" y="3365677"/>
            <a:ext cx="13318315" cy="9921698"/>
          </a:xfrm>
          <a:prstGeom prst="rect">
            <a:avLst/>
          </a:prstGeom>
        </p:spPr>
      </p:pic>
      <p:pic>
        <p:nvPicPr>
          <p:cNvPr id="1028" name="Picture 4" descr="Накидайте креветок : r/KafkaFPS">
            <a:extLst>
              <a:ext uri="{FF2B5EF4-FFF2-40B4-BE49-F238E27FC236}">
                <a16:creationId xmlns:a16="http://schemas.microsoft.com/office/drawing/2014/main" id="{005DC19F-58AD-4B21-9735-21974EF92FC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252407" y="8834438"/>
            <a:ext cx="3499186" cy="34480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F4A6A023-9A14-4207-B343-56990791034E}"/>
              </a:ext>
            </a:extLst>
          </p:cNvPr>
          <p:cNvSpPr/>
          <p:nvPr/>
        </p:nvSpPr>
        <p:spPr>
          <a:xfrm>
            <a:off x="4348065" y="7672145"/>
            <a:ext cx="14151850" cy="5356355"/>
          </a:xfrm>
          <a:prstGeom prst="rect">
            <a:avLst/>
          </a:prstGeom>
          <a:solidFill>
            <a:srgbClr val="FFFFFF"/>
          </a:soli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ctr" defTabSz="8255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3200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FillTx/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68" name="Прямоугольник 67">
            <a:extLst>
              <a:ext uri="{FF2B5EF4-FFF2-40B4-BE49-F238E27FC236}">
                <a16:creationId xmlns:a16="http://schemas.microsoft.com/office/drawing/2014/main" id="{1C54FD49-85A9-4006-B973-3C1738D61698}"/>
              </a:ext>
            </a:extLst>
          </p:cNvPr>
          <p:cNvSpPr/>
          <p:nvPr/>
        </p:nvSpPr>
        <p:spPr>
          <a:xfrm>
            <a:off x="9144000" y="3345250"/>
            <a:ext cx="9605250" cy="5356355"/>
          </a:xfrm>
          <a:prstGeom prst="rect">
            <a:avLst/>
          </a:prstGeom>
          <a:solidFill>
            <a:srgbClr val="FFFFFF"/>
          </a:soli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ctr" defTabSz="8255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3200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FillTx/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</p:spTree>
    <p:extLst>
      <p:ext uri="{BB962C8B-B14F-4D97-AF65-F5344CB8AC3E}">
        <p14:creationId xmlns:p14="http://schemas.microsoft.com/office/powerpoint/2010/main" val="2036077920"/>
      </p:ext>
    </p:extLst>
  </p:cSld>
  <p:clrMapOvr>
    <a:masterClrMapping/>
  </p:clrMapOvr>
  <p:transition spd="med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C792E338-5663-41A4-8813-B01FCC2BC69A}"/>
              </a:ext>
            </a:extLst>
          </p:cNvPr>
          <p:cNvSpPr/>
          <p:nvPr/>
        </p:nvSpPr>
        <p:spPr>
          <a:xfrm>
            <a:off x="-127000" y="-25400"/>
            <a:ext cx="24672365" cy="13741400"/>
          </a:xfrm>
          <a:prstGeom prst="rect">
            <a:avLst/>
          </a:prstGeom>
          <a:solidFill>
            <a:srgbClr val="FFFFFF"/>
          </a:soli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ctr" defTabSz="8255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3200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FillTx/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grpSp>
        <p:nvGrpSpPr>
          <p:cNvPr id="6390" name="Сгруппировать"/>
          <p:cNvGrpSpPr/>
          <p:nvPr/>
        </p:nvGrpSpPr>
        <p:grpSpPr>
          <a:xfrm>
            <a:off x="12192000" y="-857250"/>
            <a:ext cx="1524000" cy="857250"/>
            <a:chOff x="0" y="0"/>
            <a:chExt cx="1524000" cy="857250"/>
          </a:xfrm>
        </p:grpSpPr>
        <p:sp>
          <p:nvSpPr>
            <p:cNvPr id="6388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34E234">
                <a:alpha val="50172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6389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6393" name="Сгруппировать"/>
          <p:cNvGrpSpPr/>
          <p:nvPr/>
        </p:nvGrpSpPr>
        <p:grpSpPr>
          <a:xfrm>
            <a:off x="10668000" y="-1714500"/>
            <a:ext cx="1524000" cy="857250"/>
            <a:chOff x="0" y="0"/>
            <a:chExt cx="1524000" cy="857250"/>
          </a:xfrm>
        </p:grpSpPr>
        <p:sp>
          <p:nvSpPr>
            <p:cNvPr id="6391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6392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6396" name="Сгруппировать"/>
          <p:cNvGrpSpPr/>
          <p:nvPr/>
        </p:nvGrpSpPr>
        <p:grpSpPr>
          <a:xfrm>
            <a:off x="13716000" y="-1714500"/>
            <a:ext cx="1524000" cy="857250"/>
            <a:chOff x="0" y="0"/>
            <a:chExt cx="1524000" cy="857250"/>
          </a:xfrm>
        </p:grpSpPr>
        <p:sp>
          <p:nvSpPr>
            <p:cNvPr id="6394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6395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6399" name="Сгруппировать"/>
          <p:cNvGrpSpPr/>
          <p:nvPr/>
        </p:nvGrpSpPr>
        <p:grpSpPr>
          <a:xfrm>
            <a:off x="9144000" y="-857250"/>
            <a:ext cx="1524000" cy="857250"/>
            <a:chOff x="0" y="0"/>
            <a:chExt cx="1524000" cy="857250"/>
          </a:xfrm>
        </p:grpSpPr>
        <p:sp>
          <p:nvSpPr>
            <p:cNvPr id="6397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6398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6402" name="Сгруппировать"/>
          <p:cNvGrpSpPr/>
          <p:nvPr/>
        </p:nvGrpSpPr>
        <p:grpSpPr>
          <a:xfrm>
            <a:off x="7620000" y="-1714500"/>
            <a:ext cx="1524000" cy="857250"/>
            <a:chOff x="0" y="0"/>
            <a:chExt cx="1524000" cy="857250"/>
          </a:xfrm>
        </p:grpSpPr>
        <p:sp>
          <p:nvSpPr>
            <p:cNvPr id="6400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6401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6405" name="Сгруппировать"/>
          <p:cNvGrpSpPr/>
          <p:nvPr/>
        </p:nvGrpSpPr>
        <p:grpSpPr>
          <a:xfrm>
            <a:off x="6096000" y="-857250"/>
            <a:ext cx="1524000" cy="857250"/>
            <a:chOff x="0" y="0"/>
            <a:chExt cx="1524000" cy="857250"/>
          </a:xfrm>
        </p:grpSpPr>
        <p:sp>
          <p:nvSpPr>
            <p:cNvPr id="6403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6404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6408" name="Сгруппировать"/>
          <p:cNvGrpSpPr/>
          <p:nvPr/>
        </p:nvGrpSpPr>
        <p:grpSpPr>
          <a:xfrm>
            <a:off x="4572000" y="-1714500"/>
            <a:ext cx="1524000" cy="857250"/>
            <a:chOff x="0" y="0"/>
            <a:chExt cx="1524000" cy="857250"/>
          </a:xfrm>
        </p:grpSpPr>
        <p:sp>
          <p:nvSpPr>
            <p:cNvPr id="6406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6407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6411" name="Сгруппировать"/>
          <p:cNvGrpSpPr/>
          <p:nvPr/>
        </p:nvGrpSpPr>
        <p:grpSpPr>
          <a:xfrm>
            <a:off x="3048000" y="-857250"/>
            <a:ext cx="1524000" cy="857250"/>
            <a:chOff x="0" y="0"/>
            <a:chExt cx="1524000" cy="857250"/>
          </a:xfrm>
        </p:grpSpPr>
        <p:sp>
          <p:nvSpPr>
            <p:cNvPr id="6409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6410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6414" name="Сгруппировать"/>
          <p:cNvGrpSpPr/>
          <p:nvPr/>
        </p:nvGrpSpPr>
        <p:grpSpPr>
          <a:xfrm>
            <a:off x="1524000" y="-1714500"/>
            <a:ext cx="1524000" cy="857250"/>
            <a:chOff x="0" y="0"/>
            <a:chExt cx="1524000" cy="857250"/>
          </a:xfrm>
        </p:grpSpPr>
        <p:sp>
          <p:nvSpPr>
            <p:cNvPr id="6412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6413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6417" name="Сгруппировать"/>
          <p:cNvGrpSpPr/>
          <p:nvPr/>
        </p:nvGrpSpPr>
        <p:grpSpPr>
          <a:xfrm>
            <a:off x="0" y="-857250"/>
            <a:ext cx="1524001" cy="857250"/>
            <a:chOff x="0" y="0"/>
            <a:chExt cx="1524000" cy="857250"/>
          </a:xfrm>
        </p:grpSpPr>
        <p:sp>
          <p:nvSpPr>
            <p:cNvPr id="6415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6416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6420" name="Сгруппировать"/>
          <p:cNvGrpSpPr/>
          <p:nvPr/>
        </p:nvGrpSpPr>
        <p:grpSpPr>
          <a:xfrm>
            <a:off x="16764000" y="-1714500"/>
            <a:ext cx="1524000" cy="857250"/>
            <a:chOff x="0" y="0"/>
            <a:chExt cx="1524000" cy="857250"/>
          </a:xfrm>
        </p:grpSpPr>
        <p:sp>
          <p:nvSpPr>
            <p:cNvPr id="6418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6419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6423" name="Сгруппировать"/>
          <p:cNvGrpSpPr/>
          <p:nvPr/>
        </p:nvGrpSpPr>
        <p:grpSpPr>
          <a:xfrm>
            <a:off x="15240000" y="-857250"/>
            <a:ext cx="1524000" cy="857250"/>
            <a:chOff x="0" y="0"/>
            <a:chExt cx="1524000" cy="857250"/>
          </a:xfrm>
        </p:grpSpPr>
        <p:sp>
          <p:nvSpPr>
            <p:cNvPr id="6421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6422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6426" name="Сгруппировать"/>
          <p:cNvGrpSpPr/>
          <p:nvPr/>
        </p:nvGrpSpPr>
        <p:grpSpPr>
          <a:xfrm>
            <a:off x="19812000" y="-1714500"/>
            <a:ext cx="1524000" cy="857250"/>
            <a:chOff x="0" y="0"/>
            <a:chExt cx="1524000" cy="857250"/>
          </a:xfrm>
        </p:grpSpPr>
        <p:sp>
          <p:nvSpPr>
            <p:cNvPr id="6424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6425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6429" name="Сгруппировать"/>
          <p:cNvGrpSpPr/>
          <p:nvPr/>
        </p:nvGrpSpPr>
        <p:grpSpPr>
          <a:xfrm>
            <a:off x="18288000" y="-857250"/>
            <a:ext cx="1524000" cy="857250"/>
            <a:chOff x="0" y="0"/>
            <a:chExt cx="1524000" cy="857250"/>
          </a:xfrm>
        </p:grpSpPr>
        <p:sp>
          <p:nvSpPr>
            <p:cNvPr id="6427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6428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6432" name="Сгруппировать"/>
          <p:cNvGrpSpPr/>
          <p:nvPr/>
        </p:nvGrpSpPr>
        <p:grpSpPr>
          <a:xfrm>
            <a:off x="22860000" y="-1714500"/>
            <a:ext cx="1524000" cy="857250"/>
            <a:chOff x="0" y="0"/>
            <a:chExt cx="1524000" cy="857250"/>
          </a:xfrm>
        </p:grpSpPr>
        <p:sp>
          <p:nvSpPr>
            <p:cNvPr id="6430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6431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6435" name="Сгруппировать"/>
          <p:cNvGrpSpPr/>
          <p:nvPr/>
        </p:nvGrpSpPr>
        <p:grpSpPr>
          <a:xfrm>
            <a:off x="21336000" y="-857250"/>
            <a:ext cx="1524000" cy="857250"/>
            <a:chOff x="0" y="0"/>
            <a:chExt cx="1524000" cy="857250"/>
          </a:xfrm>
        </p:grpSpPr>
        <p:sp>
          <p:nvSpPr>
            <p:cNvPr id="6433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6434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6438" name="Сгруппировать"/>
          <p:cNvGrpSpPr/>
          <p:nvPr/>
        </p:nvGrpSpPr>
        <p:grpSpPr>
          <a:xfrm>
            <a:off x="-1524000" y="0"/>
            <a:ext cx="1524000" cy="857251"/>
            <a:chOff x="0" y="0"/>
            <a:chExt cx="1524000" cy="857250"/>
          </a:xfrm>
        </p:grpSpPr>
        <p:sp>
          <p:nvSpPr>
            <p:cNvPr id="6436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6437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6441" name="Сгруппировать"/>
          <p:cNvGrpSpPr/>
          <p:nvPr/>
        </p:nvGrpSpPr>
        <p:grpSpPr>
          <a:xfrm>
            <a:off x="-1524000" y="12858750"/>
            <a:ext cx="1524000" cy="857250"/>
            <a:chOff x="0" y="0"/>
            <a:chExt cx="1524000" cy="857250"/>
          </a:xfrm>
        </p:grpSpPr>
        <p:sp>
          <p:nvSpPr>
            <p:cNvPr id="6439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6440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6444" name="Сгруппировать"/>
          <p:cNvGrpSpPr/>
          <p:nvPr/>
        </p:nvGrpSpPr>
        <p:grpSpPr>
          <a:xfrm>
            <a:off x="-1651000" y="12001500"/>
            <a:ext cx="1524000" cy="857250"/>
            <a:chOff x="0" y="0"/>
            <a:chExt cx="1524000" cy="857250"/>
          </a:xfrm>
        </p:grpSpPr>
        <p:sp>
          <p:nvSpPr>
            <p:cNvPr id="6442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6443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sp>
        <p:nvSpPr>
          <p:cNvPr id="63" name="Text 1">
            <a:extLst>
              <a:ext uri="{FF2B5EF4-FFF2-40B4-BE49-F238E27FC236}">
                <a16:creationId xmlns:a16="http://schemas.microsoft.com/office/drawing/2014/main" id="{79AB2086-D555-48BF-8A7C-96857B49D633}"/>
              </a:ext>
            </a:extLst>
          </p:cNvPr>
          <p:cNvSpPr/>
          <p:nvPr/>
        </p:nvSpPr>
        <p:spPr>
          <a:xfrm>
            <a:off x="1356966" y="1105917"/>
            <a:ext cx="21203588" cy="22694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93000"/>
              </a:lnSpc>
            </a:pPr>
            <a:r>
              <a:rPr lang="ru-RU" sz="9600" b="1" dirty="0">
                <a:solidFill>
                  <a:srgbClr val="000000"/>
                </a:solidFill>
                <a:latin typeface="SB Sans Display Semibold" panose="020B0503040504020204" pitchFamily="34" charset="0"/>
                <a:cs typeface="SB Sans Display Semibold" panose="020B0503040504020204" pitchFamily="34" charset="0"/>
              </a:rPr>
              <a:t>Запуск веб-приложения</a:t>
            </a:r>
            <a:endParaRPr lang="en-US" sz="9600" b="1" dirty="0">
              <a:solidFill>
                <a:srgbClr val="000000"/>
              </a:solidFill>
              <a:latin typeface="SB Sans Display Semibold" panose="020B0503040504020204" pitchFamily="34" charset="0"/>
              <a:cs typeface="SB Sans Display Semibold" panose="020B0503040504020204" pitchFamily="34" charset="0"/>
            </a:endParaRPr>
          </a:p>
          <a:p>
            <a:pPr>
              <a:lnSpc>
                <a:spcPct val="93000"/>
              </a:lnSpc>
            </a:pPr>
            <a:r>
              <a:rPr lang="en-US" sz="6600" b="1" dirty="0">
                <a:solidFill>
                  <a:srgbClr val="000000"/>
                </a:solidFill>
                <a:latin typeface="SB Sans Display Semibold" panose="020B0503040504020204" pitchFamily="34" charset="0"/>
                <a:cs typeface="SB Sans Display Semibold" panose="020B0503040504020204" pitchFamily="34" charset="0"/>
              </a:rPr>
              <a:t>Spring Framework</a:t>
            </a:r>
            <a:endParaRPr lang="ru-RU" sz="6600" b="1" dirty="0">
              <a:solidFill>
                <a:srgbClr val="000000"/>
              </a:solidFill>
              <a:latin typeface="SB Sans Display Semibold" panose="020B0503040504020204" pitchFamily="34" charset="0"/>
              <a:cs typeface="SB Sans Display Semibold" panose="020B0503040504020204" pitchFamily="34" charset="0"/>
            </a:endParaRP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3C678CC1-FF54-4265-BF38-A8A37809601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0" y="3365677"/>
            <a:ext cx="13318315" cy="9921698"/>
          </a:xfrm>
          <a:prstGeom prst="rect">
            <a:avLst/>
          </a:prstGeom>
        </p:spPr>
      </p:pic>
      <p:pic>
        <p:nvPicPr>
          <p:cNvPr id="1028" name="Picture 4" descr="Накидайте креветок : r/KafkaFPS">
            <a:extLst>
              <a:ext uri="{FF2B5EF4-FFF2-40B4-BE49-F238E27FC236}">
                <a16:creationId xmlns:a16="http://schemas.microsoft.com/office/drawing/2014/main" id="{005DC19F-58AD-4B21-9735-21974EF92FC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252407" y="8834438"/>
            <a:ext cx="3499186" cy="34480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F4A6A023-9A14-4207-B343-56990791034E}"/>
              </a:ext>
            </a:extLst>
          </p:cNvPr>
          <p:cNvSpPr/>
          <p:nvPr/>
        </p:nvSpPr>
        <p:spPr>
          <a:xfrm>
            <a:off x="4348065" y="7672145"/>
            <a:ext cx="14151850" cy="5356355"/>
          </a:xfrm>
          <a:prstGeom prst="rect">
            <a:avLst/>
          </a:prstGeom>
          <a:solidFill>
            <a:srgbClr val="FFFFFF"/>
          </a:soli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ctr" defTabSz="8255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3200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FillTx/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68" name="Прямоугольник 67">
            <a:extLst>
              <a:ext uri="{FF2B5EF4-FFF2-40B4-BE49-F238E27FC236}">
                <a16:creationId xmlns:a16="http://schemas.microsoft.com/office/drawing/2014/main" id="{1C54FD49-85A9-4006-B973-3C1738D61698}"/>
              </a:ext>
            </a:extLst>
          </p:cNvPr>
          <p:cNvSpPr/>
          <p:nvPr/>
        </p:nvSpPr>
        <p:spPr>
          <a:xfrm>
            <a:off x="4597400" y="3345250"/>
            <a:ext cx="14151850" cy="5356355"/>
          </a:xfrm>
          <a:prstGeom prst="rect">
            <a:avLst/>
          </a:prstGeom>
          <a:solidFill>
            <a:srgbClr val="FFFFFF"/>
          </a:soli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ctr" defTabSz="8255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3200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FillTx/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pic>
        <p:nvPicPr>
          <p:cNvPr id="65" name="Рисунок 64">
            <a:extLst>
              <a:ext uri="{FF2B5EF4-FFF2-40B4-BE49-F238E27FC236}">
                <a16:creationId xmlns:a16="http://schemas.microsoft.com/office/drawing/2014/main" id="{17543AF6-F4BF-47A1-89D0-3B54ED5A5D1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83798" y="2587064"/>
            <a:ext cx="20165603" cy="114885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96197599"/>
      </p:ext>
    </p:extLst>
  </p:cSld>
  <p:clrMapOvr>
    <a:masterClrMapping/>
  </p:clrMapOvr>
  <p:transition spd="med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C792E338-5663-41A4-8813-B01FCC2BC69A}"/>
              </a:ext>
            </a:extLst>
          </p:cNvPr>
          <p:cNvSpPr/>
          <p:nvPr/>
        </p:nvSpPr>
        <p:spPr>
          <a:xfrm>
            <a:off x="-127000" y="-25400"/>
            <a:ext cx="24672365" cy="13741400"/>
          </a:xfrm>
          <a:prstGeom prst="rect">
            <a:avLst/>
          </a:prstGeom>
          <a:solidFill>
            <a:srgbClr val="FFFFFF"/>
          </a:soli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ctr" defTabSz="8255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3200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FillTx/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grpSp>
        <p:nvGrpSpPr>
          <p:cNvPr id="6390" name="Сгруппировать"/>
          <p:cNvGrpSpPr/>
          <p:nvPr/>
        </p:nvGrpSpPr>
        <p:grpSpPr>
          <a:xfrm>
            <a:off x="12192000" y="-857250"/>
            <a:ext cx="1524000" cy="857250"/>
            <a:chOff x="0" y="0"/>
            <a:chExt cx="1524000" cy="857250"/>
          </a:xfrm>
        </p:grpSpPr>
        <p:sp>
          <p:nvSpPr>
            <p:cNvPr id="6388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34E234">
                <a:alpha val="50172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6389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6393" name="Сгруппировать"/>
          <p:cNvGrpSpPr/>
          <p:nvPr/>
        </p:nvGrpSpPr>
        <p:grpSpPr>
          <a:xfrm>
            <a:off x="10668000" y="-1714500"/>
            <a:ext cx="1524000" cy="857250"/>
            <a:chOff x="0" y="0"/>
            <a:chExt cx="1524000" cy="857250"/>
          </a:xfrm>
        </p:grpSpPr>
        <p:sp>
          <p:nvSpPr>
            <p:cNvPr id="6391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6392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6396" name="Сгруппировать"/>
          <p:cNvGrpSpPr/>
          <p:nvPr/>
        </p:nvGrpSpPr>
        <p:grpSpPr>
          <a:xfrm>
            <a:off x="13716000" y="-1714500"/>
            <a:ext cx="1524000" cy="857250"/>
            <a:chOff x="0" y="0"/>
            <a:chExt cx="1524000" cy="857250"/>
          </a:xfrm>
        </p:grpSpPr>
        <p:sp>
          <p:nvSpPr>
            <p:cNvPr id="6394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6395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6399" name="Сгруппировать"/>
          <p:cNvGrpSpPr/>
          <p:nvPr/>
        </p:nvGrpSpPr>
        <p:grpSpPr>
          <a:xfrm>
            <a:off x="9144000" y="-857250"/>
            <a:ext cx="1524000" cy="857250"/>
            <a:chOff x="0" y="0"/>
            <a:chExt cx="1524000" cy="857250"/>
          </a:xfrm>
        </p:grpSpPr>
        <p:sp>
          <p:nvSpPr>
            <p:cNvPr id="6397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6398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6402" name="Сгруппировать"/>
          <p:cNvGrpSpPr/>
          <p:nvPr/>
        </p:nvGrpSpPr>
        <p:grpSpPr>
          <a:xfrm>
            <a:off x="7620000" y="-1714500"/>
            <a:ext cx="1524000" cy="857250"/>
            <a:chOff x="0" y="0"/>
            <a:chExt cx="1524000" cy="857250"/>
          </a:xfrm>
        </p:grpSpPr>
        <p:sp>
          <p:nvSpPr>
            <p:cNvPr id="6400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6401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6405" name="Сгруппировать"/>
          <p:cNvGrpSpPr/>
          <p:nvPr/>
        </p:nvGrpSpPr>
        <p:grpSpPr>
          <a:xfrm>
            <a:off x="6096000" y="-857250"/>
            <a:ext cx="1524000" cy="857250"/>
            <a:chOff x="0" y="0"/>
            <a:chExt cx="1524000" cy="857250"/>
          </a:xfrm>
        </p:grpSpPr>
        <p:sp>
          <p:nvSpPr>
            <p:cNvPr id="6403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6404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6408" name="Сгруппировать"/>
          <p:cNvGrpSpPr/>
          <p:nvPr/>
        </p:nvGrpSpPr>
        <p:grpSpPr>
          <a:xfrm>
            <a:off x="4572000" y="-1714500"/>
            <a:ext cx="1524000" cy="857250"/>
            <a:chOff x="0" y="0"/>
            <a:chExt cx="1524000" cy="857250"/>
          </a:xfrm>
        </p:grpSpPr>
        <p:sp>
          <p:nvSpPr>
            <p:cNvPr id="6406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6407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6411" name="Сгруппировать"/>
          <p:cNvGrpSpPr/>
          <p:nvPr/>
        </p:nvGrpSpPr>
        <p:grpSpPr>
          <a:xfrm>
            <a:off x="3048000" y="-857250"/>
            <a:ext cx="1524000" cy="857250"/>
            <a:chOff x="0" y="0"/>
            <a:chExt cx="1524000" cy="857250"/>
          </a:xfrm>
        </p:grpSpPr>
        <p:sp>
          <p:nvSpPr>
            <p:cNvPr id="6409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6410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6414" name="Сгруппировать"/>
          <p:cNvGrpSpPr/>
          <p:nvPr/>
        </p:nvGrpSpPr>
        <p:grpSpPr>
          <a:xfrm>
            <a:off x="1524000" y="-1714500"/>
            <a:ext cx="1524000" cy="857250"/>
            <a:chOff x="0" y="0"/>
            <a:chExt cx="1524000" cy="857250"/>
          </a:xfrm>
        </p:grpSpPr>
        <p:sp>
          <p:nvSpPr>
            <p:cNvPr id="6412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6413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6417" name="Сгруппировать"/>
          <p:cNvGrpSpPr/>
          <p:nvPr/>
        </p:nvGrpSpPr>
        <p:grpSpPr>
          <a:xfrm>
            <a:off x="0" y="-857250"/>
            <a:ext cx="1524001" cy="857250"/>
            <a:chOff x="0" y="0"/>
            <a:chExt cx="1524000" cy="857250"/>
          </a:xfrm>
        </p:grpSpPr>
        <p:sp>
          <p:nvSpPr>
            <p:cNvPr id="6415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6416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6420" name="Сгруппировать"/>
          <p:cNvGrpSpPr/>
          <p:nvPr/>
        </p:nvGrpSpPr>
        <p:grpSpPr>
          <a:xfrm>
            <a:off x="16764000" y="-1714500"/>
            <a:ext cx="1524000" cy="857250"/>
            <a:chOff x="0" y="0"/>
            <a:chExt cx="1524000" cy="857250"/>
          </a:xfrm>
        </p:grpSpPr>
        <p:sp>
          <p:nvSpPr>
            <p:cNvPr id="6418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6419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6423" name="Сгруппировать"/>
          <p:cNvGrpSpPr/>
          <p:nvPr/>
        </p:nvGrpSpPr>
        <p:grpSpPr>
          <a:xfrm>
            <a:off x="15240000" y="-857250"/>
            <a:ext cx="1524000" cy="857250"/>
            <a:chOff x="0" y="0"/>
            <a:chExt cx="1524000" cy="857250"/>
          </a:xfrm>
        </p:grpSpPr>
        <p:sp>
          <p:nvSpPr>
            <p:cNvPr id="6421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6422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6426" name="Сгруппировать"/>
          <p:cNvGrpSpPr/>
          <p:nvPr/>
        </p:nvGrpSpPr>
        <p:grpSpPr>
          <a:xfrm>
            <a:off x="19812000" y="-1714500"/>
            <a:ext cx="1524000" cy="857250"/>
            <a:chOff x="0" y="0"/>
            <a:chExt cx="1524000" cy="857250"/>
          </a:xfrm>
        </p:grpSpPr>
        <p:sp>
          <p:nvSpPr>
            <p:cNvPr id="6424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6425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6429" name="Сгруппировать"/>
          <p:cNvGrpSpPr/>
          <p:nvPr/>
        </p:nvGrpSpPr>
        <p:grpSpPr>
          <a:xfrm>
            <a:off x="18288000" y="-857250"/>
            <a:ext cx="1524000" cy="857250"/>
            <a:chOff x="0" y="0"/>
            <a:chExt cx="1524000" cy="857250"/>
          </a:xfrm>
        </p:grpSpPr>
        <p:sp>
          <p:nvSpPr>
            <p:cNvPr id="6427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6428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6432" name="Сгруппировать"/>
          <p:cNvGrpSpPr/>
          <p:nvPr/>
        </p:nvGrpSpPr>
        <p:grpSpPr>
          <a:xfrm>
            <a:off x="22860000" y="-1714500"/>
            <a:ext cx="1524000" cy="857250"/>
            <a:chOff x="0" y="0"/>
            <a:chExt cx="1524000" cy="857250"/>
          </a:xfrm>
        </p:grpSpPr>
        <p:sp>
          <p:nvSpPr>
            <p:cNvPr id="6430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6431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6435" name="Сгруппировать"/>
          <p:cNvGrpSpPr/>
          <p:nvPr/>
        </p:nvGrpSpPr>
        <p:grpSpPr>
          <a:xfrm>
            <a:off x="21336000" y="-857250"/>
            <a:ext cx="1524000" cy="857250"/>
            <a:chOff x="0" y="0"/>
            <a:chExt cx="1524000" cy="857250"/>
          </a:xfrm>
        </p:grpSpPr>
        <p:sp>
          <p:nvSpPr>
            <p:cNvPr id="6433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6434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6438" name="Сгруппировать"/>
          <p:cNvGrpSpPr/>
          <p:nvPr/>
        </p:nvGrpSpPr>
        <p:grpSpPr>
          <a:xfrm>
            <a:off x="-1524000" y="0"/>
            <a:ext cx="1524000" cy="857251"/>
            <a:chOff x="0" y="0"/>
            <a:chExt cx="1524000" cy="857250"/>
          </a:xfrm>
        </p:grpSpPr>
        <p:sp>
          <p:nvSpPr>
            <p:cNvPr id="6436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6437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6441" name="Сгруппировать"/>
          <p:cNvGrpSpPr/>
          <p:nvPr/>
        </p:nvGrpSpPr>
        <p:grpSpPr>
          <a:xfrm>
            <a:off x="-1524000" y="12858750"/>
            <a:ext cx="1524000" cy="857250"/>
            <a:chOff x="0" y="0"/>
            <a:chExt cx="1524000" cy="857250"/>
          </a:xfrm>
        </p:grpSpPr>
        <p:sp>
          <p:nvSpPr>
            <p:cNvPr id="6439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6440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6444" name="Сгруппировать"/>
          <p:cNvGrpSpPr/>
          <p:nvPr/>
        </p:nvGrpSpPr>
        <p:grpSpPr>
          <a:xfrm>
            <a:off x="-1651000" y="12001500"/>
            <a:ext cx="1524000" cy="857250"/>
            <a:chOff x="0" y="0"/>
            <a:chExt cx="1524000" cy="857250"/>
          </a:xfrm>
        </p:grpSpPr>
        <p:sp>
          <p:nvSpPr>
            <p:cNvPr id="6442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6443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sp>
        <p:nvSpPr>
          <p:cNvPr id="63" name="Text 1">
            <a:extLst>
              <a:ext uri="{FF2B5EF4-FFF2-40B4-BE49-F238E27FC236}">
                <a16:creationId xmlns:a16="http://schemas.microsoft.com/office/drawing/2014/main" id="{79AB2086-D555-48BF-8A7C-96857B49D633}"/>
              </a:ext>
            </a:extLst>
          </p:cNvPr>
          <p:cNvSpPr/>
          <p:nvPr/>
        </p:nvSpPr>
        <p:spPr>
          <a:xfrm>
            <a:off x="1356966" y="1105917"/>
            <a:ext cx="21203588" cy="22694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93000"/>
              </a:lnSpc>
            </a:pPr>
            <a:r>
              <a:rPr lang="ru-RU" sz="9600" b="1" dirty="0">
                <a:solidFill>
                  <a:srgbClr val="000000"/>
                </a:solidFill>
                <a:latin typeface="SB Sans Display Semibold" panose="020B0503040504020204" pitchFamily="34" charset="0"/>
                <a:cs typeface="SB Sans Display Semibold" panose="020B0503040504020204" pitchFamily="34" charset="0"/>
              </a:rPr>
              <a:t>Запуск веб-приложения</a:t>
            </a:r>
            <a:endParaRPr lang="en-US" sz="9600" b="1" dirty="0">
              <a:solidFill>
                <a:srgbClr val="000000"/>
              </a:solidFill>
              <a:latin typeface="SB Sans Display Semibold" panose="020B0503040504020204" pitchFamily="34" charset="0"/>
              <a:cs typeface="SB Sans Display Semibold" panose="020B0503040504020204" pitchFamily="34" charset="0"/>
            </a:endParaRPr>
          </a:p>
          <a:p>
            <a:pPr>
              <a:lnSpc>
                <a:spcPct val="93000"/>
              </a:lnSpc>
            </a:pPr>
            <a:r>
              <a:rPr lang="en-US" sz="6600" b="1" dirty="0">
                <a:solidFill>
                  <a:srgbClr val="000000"/>
                </a:solidFill>
                <a:latin typeface="SB Sans Display Semibold" panose="020B0503040504020204" pitchFamily="34" charset="0"/>
                <a:cs typeface="SB Sans Display Semibold" panose="020B0503040504020204" pitchFamily="34" charset="0"/>
              </a:rPr>
              <a:t>Spring Framework</a:t>
            </a:r>
            <a:endParaRPr lang="ru-RU" sz="6600" b="1" dirty="0">
              <a:solidFill>
                <a:srgbClr val="000000"/>
              </a:solidFill>
              <a:latin typeface="SB Sans Display Semibold" panose="020B0503040504020204" pitchFamily="34" charset="0"/>
              <a:cs typeface="SB Sans Display Semibold" panose="020B0503040504020204" pitchFamily="34" charset="0"/>
            </a:endParaRP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3C678CC1-FF54-4265-BF38-A8A37809601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0" y="3365677"/>
            <a:ext cx="13318315" cy="9921698"/>
          </a:xfrm>
          <a:prstGeom prst="rect">
            <a:avLst/>
          </a:prstGeom>
        </p:spPr>
      </p:pic>
      <p:pic>
        <p:nvPicPr>
          <p:cNvPr id="1028" name="Picture 4" descr="Накидайте креветок : r/KafkaFPS">
            <a:extLst>
              <a:ext uri="{FF2B5EF4-FFF2-40B4-BE49-F238E27FC236}">
                <a16:creationId xmlns:a16="http://schemas.microsoft.com/office/drawing/2014/main" id="{005DC19F-58AD-4B21-9735-21974EF92FC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252407" y="8834438"/>
            <a:ext cx="3499186" cy="34480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F4A6A023-9A14-4207-B343-56990791034E}"/>
              </a:ext>
            </a:extLst>
          </p:cNvPr>
          <p:cNvSpPr/>
          <p:nvPr/>
        </p:nvSpPr>
        <p:spPr>
          <a:xfrm>
            <a:off x="4348065" y="7672145"/>
            <a:ext cx="14151850" cy="5356355"/>
          </a:xfrm>
          <a:prstGeom prst="rect">
            <a:avLst/>
          </a:prstGeom>
          <a:solidFill>
            <a:srgbClr val="FFFFFF"/>
          </a:soli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ctr" defTabSz="8255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3200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FillTx/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68" name="Прямоугольник 67">
            <a:extLst>
              <a:ext uri="{FF2B5EF4-FFF2-40B4-BE49-F238E27FC236}">
                <a16:creationId xmlns:a16="http://schemas.microsoft.com/office/drawing/2014/main" id="{1C54FD49-85A9-4006-B973-3C1738D61698}"/>
              </a:ext>
            </a:extLst>
          </p:cNvPr>
          <p:cNvSpPr/>
          <p:nvPr/>
        </p:nvSpPr>
        <p:spPr>
          <a:xfrm>
            <a:off x="14051902" y="3345250"/>
            <a:ext cx="4697348" cy="5356355"/>
          </a:xfrm>
          <a:prstGeom prst="rect">
            <a:avLst/>
          </a:prstGeom>
          <a:solidFill>
            <a:srgbClr val="FFFFFF"/>
          </a:soli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ctr" defTabSz="8255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3200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FillTx/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</p:spTree>
    <p:extLst>
      <p:ext uri="{BB962C8B-B14F-4D97-AF65-F5344CB8AC3E}">
        <p14:creationId xmlns:p14="http://schemas.microsoft.com/office/powerpoint/2010/main" val="2903108063"/>
      </p:ext>
    </p:extLst>
  </p:cSld>
  <p:clrMapOvr>
    <a:masterClrMapping/>
  </p:clrMapOvr>
  <p:transition spd="med"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C792E338-5663-41A4-8813-B01FCC2BC69A}"/>
              </a:ext>
            </a:extLst>
          </p:cNvPr>
          <p:cNvSpPr/>
          <p:nvPr/>
        </p:nvSpPr>
        <p:spPr>
          <a:xfrm>
            <a:off x="-127000" y="-25400"/>
            <a:ext cx="24672365" cy="13741400"/>
          </a:xfrm>
          <a:prstGeom prst="rect">
            <a:avLst/>
          </a:prstGeom>
          <a:solidFill>
            <a:srgbClr val="FFFFFF"/>
          </a:soli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ctr" defTabSz="8255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3200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FillTx/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grpSp>
        <p:nvGrpSpPr>
          <p:cNvPr id="6390" name="Сгруппировать"/>
          <p:cNvGrpSpPr/>
          <p:nvPr/>
        </p:nvGrpSpPr>
        <p:grpSpPr>
          <a:xfrm>
            <a:off x="12192000" y="-857250"/>
            <a:ext cx="1524000" cy="857250"/>
            <a:chOff x="0" y="0"/>
            <a:chExt cx="1524000" cy="857250"/>
          </a:xfrm>
        </p:grpSpPr>
        <p:sp>
          <p:nvSpPr>
            <p:cNvPr id="6388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34E234">
                <a:alpha val="50172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6389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6393" name="Сгруппировать"/>
          <p:cNvGrpSpPr/>
          <p:nvPr/>
        </p:nvGrpSpPr>
        <p:grpSpPr>
          <a:xfrm>
            <a:off x="10668000" y="-1714500"/>
            <a:ext cx="1524000" cy="857250"/>
            <a:chOff x="0" y="0"/>
            <a:chExt cx="1524000" cy="857250"/>
          </a:xfrm>
        </p:grpSpPr>
        <p:sp>
          <p:nvSpPr>
            <p:cNvPr id="6391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6392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6396" name="Сгруппировать"/>
          <p:cNvGrpSpPr/>
          <p:nvPr/>
        </p:nvGrpSpPr>
        <p:grpSpPr>
          <a:xfrm>
            <a:off x="13716000" y="-1714500"/>
            <a:ext cx="1524000" cy="857250"/>
            <a:chOff x="0" y="0"/>
            <a:chExt cx="1524000" cy="857250"/>
          </a:xfrm>
        </p:grpSpPr>
        <p:sp>
          <p:nvSpPr>
            <p:cNvPr id="6394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6395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6399" name="Сгруппировать"/>
          <p:cNvGrpSpPr/>
          <p:nvPr/>
        </p:nvGrpSpPr>
        <p:grpSpPr>
          <a:xfrm>
            <a:off x="9144000" y="-857250"/>
            <a:ext cx="1524000" cy="857250"/>
            <a:chOff x="0" y="0"/>
            <a:chExt cx="1524000" cy="857250"/>
          </a:xfrm>
        </p:grpSpPr>
        <p:sp>
          <p:nvSpPr>
            <p:cNvPr id="6397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6398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6402" name="Сгруппировать"/>
          <p:cNvGrpSpPr/>
          <p:nvPr/>
        </p:nvGrpSpPr>
        <p:grpSpPr>
          <a:xfrm>
            <a:off x="7620000" y="-1714500"/>
            <a:ext cx="1524000" cy="857250"/>
            <a:chOff x="0" y="0"/>
            <a:chExt cx="1524000" cy="857250"/>
          </a:xfrm>
        </p:grpSpPr>
        <p:sp>
          <p:nvSpPr>
            <p:cNvPr id="6400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6401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6405" name="Сгруппировать"/>
          <p:cNvGrpSpPr/>
          <p:nvPr/>
        </p:nvGrpSpPr>
        <p:grpSpPr>
          <a:xfrm>
            <a:off x="6096000" y="-857250"/>
            <a:ext cx="1524000" cy="857250"/>
            <a:chOff x="0" y="0"/>
            <a:chExt cx="1524000" cy="857250"/>
          </a:xfrm>
        </p:grpSpPr>
        <p:sp>
          <p:nvSpPr>
            <p:cNvPr id="6403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6404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6408" name="Сгруппировать"/>
          <p:cNvGrpSpPr/>
          <p:nvPr/>
        </p:nvGrpSpPr>
        <p:grpSpPr>
          <a:xfrm>
            <a:off x="4572000" y="-1714500"/>
            <a:ext cx="1524000" cy="857250"/>
            <a:chOff x="0" y="0"/>
            <a:chExt cx="1524000" cy="857250"/>
          </a:xfrm>
        </p:grpSpPr>
        <p:sp>
          <p:nvSpPr>
            <p:cNvPr id="6406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6407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6411" name="Сгруппировать"/>
          <p:cNvGrpSpPr/>
          <p:nvPr/>
        </p:nvGrpSpPr>
        <p:grpSpPr>
          <a:xfrm>
            <a:off x="3048000" y="-857250"/>
            <a:ext cx="1524000" cy="857250"/>
            <a:chOff x="0" y="0"/>
            <a:chExt cx="1524000" cy="857250"/>
          </a:xfrm>
        </p:grpSpPr>
        <p:sp>
          <p:nvSpPr>
            <p:cNvPr id="6409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6410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6414" name="Сгруппировать"/>
          <p:cNvGrpSpPr/>
          <p:nvPr/>
        </p:nvGrpSpPr>
        <p:grpSpPr>
          <a:xfrm>
            <a:off x="1524000" y="-1714500"/>
            <a:ext cx="1524000" cy="857250"/>
            <a:chOff x="0" y="0"/>
            <a:chExt cx="1524000" cy="857250"/>
          </a:xfrm>
        </p:grpSpPr>
        <p:sp>
          <p:nvSpPr>
            <p:cNvPr id="6412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6413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6417" name="Сгруппировать"/>
          <p:cNvGrpSpPr/>
          <p:nvPr/>
        </p:nvGrpSpPr>
        <p:grpSpPr>
          <a:xfrm>
            <a:off x="0" y="-857250"/>
            <a:ext cx="1524001" cy="857250"/>
            <a:chOff x="0" y="0"/>
            <a:chExt cx="1524000" cy="857250"/>
          </a:xfrm>
        </p:grpSpPr>
        <p:sp>
          <p:nvSpPr>
            <p:cNvPr id="6415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6416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6420" name="Сгруппировать"/>
          <p:cNvGrpSpPr/>
          <p:nvPr/>
        </p:nvGrpSpPr>
        <p:grpSpPr>
          <a:xfrm>
            <a:off x="16764000" y="-1714500"/>
            <a:ext cx="1524000" cy="857250"/>
            <a:chOff x="0" y="0"/>
            <a:chExt cx="1524000" cy="857250"/>
          </a:xfrm>
        </p:grpSpPr>
        <p:sp>
          <p:nvSpPr>
            <p:cNvPr id="6418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6419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6423" name="Сгруппировать"/>
          <p:cNvGrpSpPr/>
          <p:nvPr/>
        </p:nvGrpSpPr>
        <p:grpSpPr>
          <a:xfrm>
            <a:off x="15240000" y="-857250"/>
            <a:ext cx="1524000" cy="857250"/>
            <a:chOff x="0" y="0"/>
            <a:chExt cx="1524000" cy="857250"/>
          </a:xfrm>
        </p:grpSpPr>
        <p:sp>
          <p:nvSpPr>
            <p:cNvPr id="6421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6422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6426" name="Сгруппировать"/>
          <p:cNvGrpSpPr/>
          <p:nvPr/>
        </p:nvGrpSpPr>
        <p:grpSpPr>
          <a:xfrm>
            <a:off x="19812000" y="-1714500"/>
            <a:ext cx="1524000" cy="857250"/>
            <a:chOff x="0" y="0"/>
            <a:chExt cx="1524000" cy="857250"/>
          </a:xfrm>
        </p:grpSpPr>
        <p:sp>
          <p:nvSpPr>
            <p:cNvPr id="6424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6425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6429" name="Сгруппировать"/>
          <p:cNvGrpSpPr/>
          <p:nvPr/>
        </p:nvGrpSpPr>
        <p:grpSpPr>
          <a:xfrm>
            <a:off x="18288000" y="-857250"/>
            <a:ext cx="1524000" cy="857250"/>
            <a:chOff x="0" y="0"/>
            <a:chExt cx="1524000" cy="857250"/>
          </a:xfrm>
        </p:grpSpPr>
        <p:sp>
          <p:nvSpPr>
            <p:cNvPr id="6427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6428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6432" name="Сгруппировать"/>
          <p:cNvGrpSpPr/>
          <p:nvPr/>
        </p:nvGrpSpPr>
        <p:grpSpPr>
          <a:xfrm>
            <a:off x="22860000" y="-1714500"/>
            <a:ext cx="1524000" cy="857250"/>
            <a:chOff x="0" y="0"/>
            <a:chExt cx="1524000" cy="857250"/>
          </a:xfrm>
        </p:grpSpPr>
        <p:sp>
          <p:nvSpPr>
            <p:cNvPr id="6430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6431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6435" name="Сгруппировать"/>
          <p:cNvGrpSpPr/>
          <p:nvPr/>
        </p:nvGrpSpPr>
        <p:grpSpPr>
          <a:xfrm>
            <a:off x="21336000" y="-857250"/>
            <a:ext cx="1524000" cy="857250"/>
            <a:chOff x="0" y="0"/>
            <a:chExt cx="1524000" cy="857250"/>
          </a:xfrm>
        </p:grpSpPr>
        <p:sp>
          <p:nvSpPr>
            <p:cNvPr id="6433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6434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6438" name="Сгруппировать"/>
          <p:cNvGrpSpPr/>
          <p:nvPr/>
        </p:nvGrpSpPr>
        <p:grpSpPr>
          <a:xfrm>
            <a:off x="-1524000" y="0"/>
            <a:ext cx="1524000" cy="857251"/>
            <a:chOff x="0" y="0"/>
            <a:chExt cx="1524000" cy="857250"/>
          </a:xfrm>
        </p:grpSpPr>
        <p:sp>
          <p:nvSpPr>
            <p:cNvPr id="6436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6437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6441" name="Сгруппировать"/>
          <p:cNvGrpSpPr/>
          <p:nvPr/>
        </p:nvGrpSpPr>
        <p:grpSpPr>
          <a:xfrm>
            <a:off x="-1524000" y="12858750"/>
            <a:ext cx="1524000" cy="857250"/>
            <a:chOff x="0" y="0"/>
            <a:chExt cx="1524000" cy="857250"/>
          </a:xfrm>
        </p:grpSpPr>
        <p:sp>
          <p:nvSpPr>
            <p:cNvPr id="6439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6440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6444" name="Сгруппировать"/>
          <p:cNvGrpSpPr/>
          <p:nvPr/>
        </p:nvGrpSpPr>
        <p:grpSpPr>
          <a:xfrm>
            <a:off x="-1651000" y="12001500"/>
            <a:ext cx="1524000" cy="857250"/>
            <a:chOff x="0" y="0"/>
            <a:chExt cx="1524000" cy="857250"/>
          </a:xfrm>
        </p:grpSpPr>
        <p:sp>
          <p:nvSpPr>
            <p:cNvPr id="6442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6443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sp>
        <p:nvSpPr>
          <p:cNvPr id="63" name="Text 1">
            <a:extLst>
              <a:ext uri="{FF2B5EF4-FFF2-40B4-BE49-F238E27FC236}">
                <a16:creationId xmlns:a16="http://schemas.microsoft.com/office/drawing/2014/main" id="{79AB2086-D555-48BF-8A7C-96857B49D633}"/>
              </a:ext>
            </a:extLst>
          </p:cNvPr>
          <p:cNvSpPr/>
          <p:nvPr/>
        </p:nvSpPr>
        <p:spPr>
          <a:xfrm>
            <a:off x="1356966" y="1105917"/>
            <a:ext cx="21203588" cy="22694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93000"/>
              </a:lnSpc>
            </a:pPr>
            <a:r>
              <a:rPr lang="ru-RU" sz="9600" b="1" dirty="0">
                <a:solidFill>
                  <a:srgbClr val="000000"/>
                </a:solidFill>
                <a:latin typeface="SB Sans Display Semibold" panose="020B0503040504020204" pitchFamily="34" charset="0"/>
                <a:cs typeface="SB Sans Display Semibold" panose="020B0503040504020204" pitchFamily="34" charset="0"/>
              </a:rPr>
              <a:t>Запуск веб-приложения</a:t>
            </a:r>
            <a:endParaRPr lang="en-US" sz="9600" b="1" dirty="0">
              <a:solidFill>
                <a:srgbClr val="000000"/>
              </a:solidFill>
              <a:latin typeface="SB Sans Display Semibold" panose="020B0503040504020204" pitchFamily="34" charset="0"/>
              <a:cs typeface="SB Sans Display Semibold" panose="020B0503040504020204" pitchFamily="34" charset="0"/>
            </a:endParaRPr>
          </a:p>
          <a:p>
            <a:pPr>
              <a:lnSpc>
                <a:spcPct val="93000"/>
              </a:lnSpc>
            </a:pPr>
            <a:r>
              <a:rPr lang="en-US" sz="6600" b="1" dirty="0">
                <a:solidFill>
                  <a:srgbClr val="000000"/>
                </a:solidFill>
                <a:latin typeface="SB Sans Display Semibold" panose="020B0503040504020204" pitchFamily="34" charset="0"/>
                <a:cs typeface="SB Sans Display Semibold" panose="020B0503040504020204" pitchFamily="34" charset="0"/>
              </a:rPr>
              <a:t>Spring Framework</a:t>
            </a:r>
            <a:endParaRPr lang="ru-RU" sz="6600" b="1" dirty="0">
              <a:solidFill>
                <a:srgbClr val="000000"/>
              </a:solidFill>
              <a:latin typeface="SB Sans Display Semibold" panose="020B0503040504020204" pitchFamily="34" charset="0"/>
              <a:cs typeface="SB Sans Display Semibold" panose="020B0503040504020204" pitchFamily="34" charset="0"/>
            </a:endParaRP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3C678CC1-FF54-4265-BF38-A8A37809601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0" y="3365677"/>
            <a:ext cx="13318315" cy="9921698"/>
          </a:xfrm>
          <a:prstGeom prst="rect">
            <a:avLst/>
          </a:prstGeom>
        </p:spPr>
      </p:pic>
      <p:pic>
        <p:nvPicPr>
          <p:cNvPr id="1028" name="Picture 4" descr="Накидайте креветок : r/KafkaFPS">
            <a:extLst>
              <a:ext uri="{FF2B5EF4-FFF2-40B4-BE49-F238E27FC236}">
                <a16:creationId xmlns:a16="http://schemas.microsoft.com/office/drawing/2014/main" id="{005DC19F-58AD-4B21-9735-21974EF92FC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252407" y="8834438"/>
            <a:ext cx="3499186" cy="34480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F4A6A023-9A14-4207-B343-56990791034E}"/>
              </a:ext>
            </a:extLst>
          </p:cNvPr>
          <p:cNvSpPr/>
          <p:nvPr/>
        </p:nvSpPr>
        <p:spPr>
          <a:xfrm>
            <a:off x="4348065" y="7672145"/>
            <a:ext cx="14151850" cy="5356355"/>
          </a:xfrm>
          <a:prstGeom prst="rect">
            <a:avLst/>
          </a:prstGeom>
          <a:solidFill>
            <a:srgbClr val="FFFFFF"/>
          </a:soli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ctr" defTabSz="8255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3200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FillTx/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68" name="Прямоугольник 67">
            <a:extLst>
              <a:ext uri="{FF2B5EF4-FFF2-40B4-BE49-F238E27FC236}">
                <a16:creationId xmlns:a16="http://schemas.microsoft.com/office/drawing/2014/main" id="{1C54FD49-85A9-4006-B973-3C1738D61698}"/>
              </a:ext>
            </a:extLst>
          </p:cNvPr>
          <p:cNvSpPr/>
          <p:nvPr/>
        </p:nvSpPr>
        <p:spPr>
          <a:xfrm>
            <a:off x="3810000" y="3345250"/>
            <a:ext cx="14939250" cy="5356355"/>
          </a:xfrm>
          <a:prstGeom prst="rect">
            <a:avLst/>
          </a:prstGeom>
          <a:solidFill>
            <a:srgbClr val="FFFFFF"/>
          </a:soli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ctr" defTabSz="8255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3200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FillTx/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pic>
        <p:nvPicPr>
          <p:cNvPr id="65" name="Рисунок 64">
            <a:extLst>
              <a:ext uri="{FF2B5EF4-FFF2-40B4-BE49-F238E27FC236}">
                <a16:creationId xmlns:a16="http://schemas.microsoft.com/office/drawing/2014/main" id="{EA3DFCF9-2E60-4815-AE01-F77670D819D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48420" y="3751366"/>
            <a:ext cx="18036360" cy="90523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1083657"/>
      </p:ext>
    </p:extLst>
  </p:cSld>
  <p:clrMapOvr>
    <a:masterClrMapping/>
  </p:clrMapOvr>
  <p:transition spd="med"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C792E338-5663-41A4-8813-B01FCC2BC69A}"/>
              </a:ext>
            </a:extLst>
          </p:cNvPr>
          <p:cNvSpPr/>
          <p:nvPr/>
        </p:nvSpPr>
        <p:spPr>
          <a:xfrm>
            <a:off x="-127000" y="-25400"/>
            <a:ext cx="24672365" cy="13741400"/>
          </a:xfrm>
          <a:prstGeom prst="rect">
            <a:avLst/>
          </a:prstGeom>
          <a:solidFill>
            <a:srgbClr val="FFFFFF"/>
          </a:soli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ctr" defTabSz="8255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3200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FillTx/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grpSp>
        <p:nvGrpSpPr>
          <p:cNvPr id="6390" name="Сгруппировать"/>
          <p:cNvGrpSpPr/>
          <p:nvPr/>
        </p:nvGrpSpPr>
        <p:grpSpPr>
          <a:xfrm>
            <a:off x="12192000" y="-857250"/>
            <a:ext cx="1524000" cy="857250"/>
            <a:chOff x="0" y="0"/>
            <a:chExt cx="1524000" cy="857250"/>
          </a:xfrm>
        </p:grpSpPr>
        <p:sp>
          <p:nvSpPr>
            <p:cNvPr id="6388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34E234">
                <a:alpha val="50172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6389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6393" name="Сгруппировать"/>
          <p:cNvGrpSpPr/>
          <p:nvPr/>
        </p:nvGrpSpPr>
        <p:grpSpPr>
          <a:xfrm>
            <a:off x="10668000" y="-1714500"/>
            <a:ext cx="1524000" cy="857250"/>
            <a:chOff x="0" y="0"/>
            <a:chExt cx="1524000" cy="857250"/>
          </a:xfrm>
        </p:grpSpPr>
        <p:sp>
          <p:nvSpPr>
            <p:cNvPr id="6391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6392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6396" name="Сгруппировать"/>
          <p:cNvGrpSpPr/>
          <p:nvPr/>
        </p:nvGrpSpPr>
        <p:grpSpPr>
          <a:xfrm>
            <a:off x="13716000" y="-1714500"/>
            <a:ext cx="1524000" cy="857250"/>
            <a:chOff x="0" y="0"/>
            <a:chExt cx="1524000" cy="857250"/>
          </a:xfrm>
        </p:grpSpPr>
        <p:sp>
          <p:nvSpPr>
            <p:cNvPr id="6394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6395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6399" name="Сгруппировать"/>
          <p:cNvGrpSpPr/>
          <p:nvPr/>
        </p:nvGrpSpPr>
        <p:grpSpPr>
          <a:xfrm>
            <a:off x="9144000" y="-857250"/>
            <a:ext cx="1524000" cy="857250"/>
            <a:chOff x="0" y="0"/>
            <a:chExt cx="1524000" cy="857250"/>
          </a:xfrm>
        </p:grpSpPr>
        <p:sp>
          <p:nvSpPr>
            <p:cNvPr id="6397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6398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6402" name="Сгруппировать"/>
          <p:cNvGrpSpPr/>
          <p:nvPr/>
        </p:nvGrpSpPr>
        <p:grpSpPr>
          <a:xfrm>
            <a:off x="7620000" y="-1714500"/>
            <a:ext cx="1524000" cy="857250"/>
            <a:chOff x="0" y="0"/>
            <a:chExt cx="1524000" cy="857250"/>
          </a:xfrm>
        </p:grpSpPr>
        <p:sp>
          <p:nvSpPr>
            <p:cNvPr id="6400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6401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6405" name="Сгруппировать"/>
          <p:cNvGrpSpPr/>
          <p:nvPr/>
        </p:nvGrpSpPr>
        <p:grpSpPr>
          <a:xfrm>
            <a:off x="6096000" y="-857250"/>
            <a:ext cx="1524000" cy="857250"/>
            <a:chOff x="0" y="0"/>
            <a:chExt cx="1524000" cy="857250"/>
          </a:xfrm>
        </p:grpSpPr>
        <p:sp>
          <p:nvSpPr>
            <p:cNvPr id="6403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6404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6408" name="Сгруппировать"/>
          <p:cNvGrpSpPr/>
          <p:nvPr/>
        </p:nvGrpSpPr>
        <p:grpSpPr>
          <a:xfrm>
            <a:off x="4572000" y="-1714500"/>
            <a:ext cx="1524000" cy="857250"/>
            <a:chOff x="0" y="0"/>
            <a:chExt cx="1524000" cy="857250"/>
          </a:xfrm>
        </p:grpSpPr>
        <p:sp>
          <p:nvSpPr>
            <p:cNvPr id="6406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6407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6411" name="Сгруппировать"/>
          <p:cNvGrpSpPr/>
          <p:nvPr/>
        </p:nvGrpSpPr>
        <p:grpSpPr>
          <a:xfrm>
            <a:off x="3048000" y="-857250"/>
            <a:ext cx="1524000" cy="857250"/>
            <a:chOff x="0" y="0"/>
            <a:chExt cx="1524000" cy="857250"/>
          </a:xfrm>
        </p:grpSpPr>
        <p:sp>
          <p:nvSpPr>
            <p:cNvPr id="6409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6410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6414" name="Сгруппировать"/>
          <p:cNvGrpSpPr/>
          <p:nvPr/>
        </p:nvGrpSpPr>
        <p:grpSpPr>
          <a:xfrm>
            <a:off x="1524000" y="-1714500"/>
            <a:ext cx="1524000" cy="857250"/>
            <a:chOff x="0" y="0"/>
            <a:chExt cx="1524000" cy="857250"/>
          </a:xfrm>
        </p:grpSpPr>
        <p:sp>
          <p:nvSpPr>
            <p:cNvPr id="6412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6413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6417" name="Сгруппировать"/>
          <p:cNvGrpSpPr/>
          <p:nvPr/>
        </p:nvGrpSpPr>
        <p:grpSpPr>
          <a:xfrm>
            <a:off x="0" y="-857250"/>
            <a:ext cx="1524001" cy="857250"/>
            <a:chOff x="0" y="0"/>
            <a:chExt cx="1524000" cy="857250"/>
          </a:xfrm>
        </p:grpSpPr>
        <p:sp>
          <p:nvSpPr>
            <p:cNvPr id="6415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6416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6420" name="Сгруппировать"/>
          <p:cNvGrpSpPr/>
          <p:nvPr/>
        </p:nvGrpSpPr>
        <p:grpSpPr>
          <a:xfrm>
            <a:off x="16764000" y="-1714500"/>
            <a:ext cx="1524000" cy="857250"/>
            <a:chOff x="0" y="0"/>
            <a:chExt cx="1524000" cy="857250"/>
          </a:xfrm>
        </p:grpSpPr>
        <p:sp>
          <p:nvSpPr>
            <p:cNvPr id="6418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6419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6423" name="Сгруппировать"/>
          <p:cNvGrpSpPr/>
          <p:nvPr/>
        </p:nvGrpSpPr>
        <p:grpSpPr>
          <a:xfrm>
            <a:off x="15240000" y="-857250"/>
            <a:ext cx="1524000" cy="857250"/>
            <a:chOff x="0" y="0"/>
            <a:chExt cx="1524000" cy="857250"/>
          </a:xfrm>
        </p:grpSpPr>
        <p:sp>
          <p:nvSpPr>
            <p:cNvPr id="6421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6422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6426" name="Сгруппировать"/>
          <p:cNvGrpSpPr/>
          <p:nvPr/>
        </p:nvGrpSpPr>
        <p:grpSpPr>
          <a:xfrm>
            <a:off x="19812000" y="-1714500"/>
            <a:ext cx="1524000" cy="857250"/>
            <a:chOff x="0" y="0"/>
            <a:chExt cx="1524000" cy="857250"/>
          </a:xfrm>
        </p:grpSpPr>
        <p:sp>
          <p:nvSpPr>
            <p:cNvPr id="6424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6425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6429" name="Сгруппировать"/>
          <p:cNvGrpSpPr/>
          <p:nvPr/>
        </p:nvGrpSpPr>
        <p:grpSpPr>
          <a:xfrm>
            <a:off x="18288000" y="-857250"/>
            <a:ext cx="1524000" cy="857250"/>
            <a:chOff x="0" y="0"/>
            <a:chExt cx="1524000" cy="857250"/>
          </a:xfrm>
        </p:grpSpPr>
        <p:sp>
          <p:nvSpPr>
            <p:cNvPr id="6427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6428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6432" name="Сгруппировать"/>
          <p:cNvGrpSpPr/>
          <p:nvPr/>
        </p:nvGrpSpPr>
        <p:grpSpPr>
          <a:xfrm>
            <a:off x="22860000" y="-1714500"/>
            <a:ext cx="1524000" cy="857250"/>
            <a:chOff x="0" y="0"/>
            <a:chExt cx="1524000" cy="857250"/>
          </a:xfrm>
        </p:grpSpPr>
        <p:sp>
          <p:nvSpPr>
            <p:cNvPr id="6430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6431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6435" name="Сгруппировать"/>
          <p:cNvGrpSpPr/>
          <p:nvPr/>
        </p:nvGrpSpPr>
        <p:grpSpPr>
          <a:xfrm>
            <a:off x="21336000" y="-857250"/>
            <a:ext cx="1524000" cy="857250"/>
            <a:chOff x="0" y="0"/>
            <a:chExt cx="1524000" cy="857250"/>
          </a:xfrm>
        </p:grpSpPr>
        <p:sp>
          <p:nvSpPr>
            <p:cNvPr id="6433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6434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6438" name="Сгруппировать"/>
          <p:cNvGrpSpPr/>
          <p:nvPr/>
        </p:nvGrpSpPr>
        <p:grpSpPr>
          <a:xfrm>
            <a:off x="-1524000" y="0"/>
            <a:ext cx="1524000" cy="857251"/>
            <a:chOff x="0" y="0"/>
            <a:chExt cx="1524000" cy="857250"/>
          </a:xfrm>
        </p:grpSpPr>
        <p:sp>
          <p:nvSpPr>
            <p:cNvPr id="6436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6437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6441" name="Сгруппировать"/>
          <p:cNvGrpSpPr/>
          <p:nvPr/>
        </p:nvGrpSpPr>
        <p:grpSpPr>
          <a:xfrm>
            <a:off x="-1524000" y="12858750"/>
            <a:ext cx="1524000" cy="857250"/>
            <a:chOff x="0" y="0"/>
            <a:chExt cx="1524000" cy="857250"/>
          </a:xfrm>
        </p:grpSpPr>
        <p:sp>
          <p:nvSpPr>
            <p:cNvPr id="6439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6440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6444" name="Сгруппировать"/>
          <p:cNvGrpSpPr/>
          <p:nvPr/>
        </p:nvGrpSpPr>
        <p:grpSpPr>
          <a:xfrm>
            <a:off x="-1651000" y="12001500"/>
            <a:ext cx="1524000" cy="857250"/>
            <a:chOff x="0" y="0"/>
            <a:chExt cx="1524000" cy="857250"/>
          </a:xfrm>
        </p:grpSpPr>
        <p:sp>
          <p:nvSpPr>
            <p:cNvPr id="6442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6443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sp>
        <p:nvSpPr>
          <p:cNvPr id="63" name="Text 1">
            <a:extLst>
              <a:ext uri="{FF2B5EF4-FFF2-40B4-BE49-F238E27FC236}">
                <a16:creationId xmlns:a16="http://schemas.microsoft.com/office/drawing/2014/main" id="{79AB2086-D555-48BF-8A7C-96857B49D633}"/>
              </a:ext>
            </a:extLst>
          </p:cNvPr>
          <p:cNvSpPr/>
          <p:nvPr/>
        </p:nvSpPr>
        <p:spPr>
          <a:xfrm>
            <a:off x="1356966" y="1105917"/>
            <a:ext cx="21203588" cy="22694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93000"/>
              </a:lnSpc>
            </a:pPr>
            <a:r>
              <a:rPr lang="ru-RU" sz="9600" b="1" dirty="0">
                <a:solidFill>
                  <a:srgbClr val="000000"/>
                </a:solidFill>
                <a:latin typeface="SB Sans Display Semibold" panose="020B0503040504020204" pitchFamily="34" charset="0"/>
                <a:cs typeface="SB Sans Display Semibold" panose="020B0503040504020204" pitchFamily="34" charset="0"/>
              </a:rPr>
              <a:t>Запуск веб-приложения</a:t>
            </a:r>
            <a:endParaRPr lang="en-US" sz="9600" b="1" dirty="0">
              <a:solidFill>
                <a:srgbClr val="000000"/>
              </a:solidFill>
              <a:latin typeface="SB Sans Display Semibold" panose="020B0503040504020204" pitchFamily="34" charset="0"/>
              <a:cs typeface="SB Sans Display Semibold" panose="020B0503040504020204" pitchFamily="34" charset="0"/>
            </a:endParaRPr>
          </a:p>
          <a:p>
            <a:pPr>
              <a:lnSpc>
                <a:spcPct val="93000"/>
              </a:lnSpc>
            </a:pPr>
            <a:r>
              <a:rPr lang="en-US" sz="6600" b="1" dirty="0">
                <a:solidFill>
                  <a:srgbClr val="000000"/>
                </a:solidFill>
                <a:latin typeface="SB Sans Display Semibold" panose="020B0503040504020204" pitchFamily="34" charset="0"/>
                <a:cs typeface="SB Sans Display Semibold" panose="020B0503040504020204" pitchFamily="34" charset="0"/>
              </a:rPr>
              <a:t>Spring Framework</a:t>
            </a:r>
            <a:endParaRPr lang="ru-RU" sz="6600" b="1" dirty="0">
              <a:solidFill>
                <a:srgbClr val="000000"/>
              </a:solidFill>
              <a:latin typeface="SB Sans Display Semibold" panose="020B0503040504020204" pitchFamily="34" charset="0"/>
              <a:cs typeface="SB Sans Display Semibold" panose="020B0503040504020204" pitchFamily="34" charset="0"/>
            </a:endParaRP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3C678CC1-FF54-4265-BF38-A8A37809601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0" y="3365677"/>
            <a:ext cx="13318315" cy="9921698"/>
          </a:xfrm>
          <a:prstGeom prst="rect">
            <a:avLst/>
          </a:prstGeom>
        </p:spPr>
      </p:pic>
      <p:pic>
        <p:nvPicPr>
          <p:cNvPr id="1028" name="Picture 4" descr="Накидайте креветок : r/KafkaFPS">
            <a:extLst>
              <a:ext uri="{FF2B5EF4-FFF2-40B4-BE49-F238E27FC236}">
                <a16:creationId xmlns:a16="http://schemas.microsoft.com/office/drawing/2014/main" id="{005DC19F-58AD-4B21-9735-21974EF92FC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252407" y="8834438"/>
            <a:ext cx="3499186" cy="34480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F4A6A023-9A14-4207-B343-56990791034E}"/>
              </a:ext>
            </a:extLst>
          </p:cNvPr>
          <p:cNvSpPr/>
          <p:nvPr/>
        </p:nvSpPr>
        <p:spPr>
          <a:xfrm>
            <a:off x="4348065" y="7672145"/>
            <a:ext cx="14151850" cy="5356355"/>
          </a:xfrm>
          <a:prstGeom prst="rect">
            <a:avLst/>
          </a:prstGeom>
          <a:solidFill>
            <a:srgbClr val="FFFFFF"/>
          </a:soli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ctr" defTabSz="8255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3200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FillTx/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</p:spTree>
    <p:extLst>
      <p:ext uri="{BB962C8B-B14F-4D97-AF65-F5344CB8AC3E}">
        <p14:creationId xmlns:p14="http://schemas.microsoft.com/office/powerpoint/2010/main" val="3731066481"/>
      </p:ext>
    </p:extLst>
  </p:cSld>
  <p:clrMapOvr>
    <a:masterClrMapping/>
  </p:clrMapOvr>
  <p:transition spd="med"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C792E338-5663-41A4-8813-B01FCC2BC69A}"/>
              </a:ext>
            </a:extLst>
          </p:cNvPr>
          <p:cNvSpPr/>
          <p:nvPr/>
        </p:nvSpPr>
        <p:spPr>
          <a:xfrm>
            <a:off x="-127000" y="-25400"/>
            <a:ext cx="24672365" cy="13741400"/>
          </a:xfrm>
          <a:prstGeom prst="rect">
            <a:avLst/>
          </a:prstGeom>
          <a:solidFill>
            <a:srgbClr val="FFFFFF"/>
          </a:soli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ctr" defTabSz="8255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3200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FillTx/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grpSp>
        <p:nvGrpSpPr>
          <p:cNvPr id="6390" name="Сгруппировать"/>
          <p:cNvGrpSpPr/>
          <p:nvPr/>
        </p:nvGrpSpPr>
        <p:grpSpPr>
          <a:xfrm>
            <a:off x="12192000" y="-857250"/>
            <a:ext cx="1524000" cy="857250"/>
            <a:chOff x="0" y="0"/>
            <a:chExt cx="1524000" cy="857250"/>
          </a:xfrm>
        </p:grpSpPr>
        <p:sp>
          <p:nvSpPr>
            <p:cNvPr id="6388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34E234">
                <a:alpha val="50172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6389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6393" name="Сгруппировать"/>
          <p:cNvGrpSpPr/>
          <p:nvPr/>
        </p:nvGrpSpPr>
        <p:grpSpPr>
          <a:xfrm>
            <a:off x="10668000" y="-1714500"/>
            <a:ext cx="1524000" cy="857250"/>
            <a:chOff x="0" y="0"/>
            <a:chExt cx="1524000" cy="857250"/>
          </a:xfrm>
        </p:grpSpPr>
        <p:sp>
          <p:nvSpPr>
            <p:cNvPr id="6391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6392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6396" name="Сгруппировать"/>
          <p:cNvGrpSpPr/>
          <p:nvPr/>
        </p:nvGrpSpPr>
        <p:grpSpPr>
          <a:xfrm>
            <a:off x="13716000" y="-1714500"/>
            <a:ext cx="1524000" cy="857250"/>
            <a:chOff x="0" y="0"/>
            <a:chExt cx="1524000" cy="857250"/>
          </a:xfrm>
        </p:grpSpPr>
        <p:sp>
          <p:nvSpPr>
            <p:cNvPr id="6394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6395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6399" name="Сгруппировать"/>
          <p:cNvGrpSpPr/>
          <p:nvPr/>
        </p:nvGrpSpPr>
        <p:grpSpPr>
          <a:xfrm>
            <a:off x="9144000" y="-857250"/>
            <a:ext cx="1524000" cy="857250"/>
            <a:chOff x="0" y="0"/>
            <a:chExt cx="1524000" cy="857250"/>
          </a:xfrm>
        </p:grpSpPr>
        <p:sp>
          <p:nvSpPr>
            <p:cNvPr id="6397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6398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6402" name="Сгруппировать"/>
          <p:cNvGrpSpPr/>
          <p:nvPr/>
        </p:nvGrpSpPr>
        <p:grpSpPr>
          <a:xfrm>
            <a:off x="7620000" y="-1714500"/>
            <a:ext cx="1524000" cy="857250"/>
            <a:chOff x="0" y="0"/>
            <a:chExt cx="1524000" cy="857250"/>
          </a:xfrm>
        </p:grpSpPr>
        <p:sp>
          <p:nvSpPr>
            <p:cNvPr id="6400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6401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6405" name="Сгруппировать"/>
          <p:cNvGrpSpPr/>
          <p:nvPr/>
        </p:nvGrpSpPr>
        <p:grpSpPr>
          <a:xfrm>
            <a:off x="6096000" y="-857250"/>
            <a:ext cx="1524000" cy="857250"/>
            <a:chOff x="0" y="0"/>
            <a:chExt cx="1524000" cy="857250"/>
          </a:xfrm>
        </p:grpSpPr>
        <p:sp>
          <p:nvSpPr>
            <p:cNvPr id="6403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6404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6408" name="Сгруппировать"/>
          <p:cNvGrpSpPr/>
          <p:nvPr/>
        </p:nvGrpSpPr>
        <p:grpSpPr>
          <a:xfrm>
            <a:off x="4572000" y="-1714500"/>
            <a:ext cx="1524000" cy="857250"/>
            <a:chOff x="0" y="0"/>
            <a:chExt cx="1524000" cy="857250"/>
          </a:xfrm>
        </p:grpSpPr>
        <p:sp>
          <p:nvSpPr>
            <p:cNvPr id="6406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6407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6411" name="Сгруппировать"/>
          <p:cNvGrpSpPr/>
          <p:nvPr/>
        </p:nvGrpSpPr>
        <p:grpSpPr>
          <a:xfrm>
            <a:off x="3048000" y="-857250"/>
            <a:ext cx="1524000" cy="857250"/>
            <a:chOff x="0" y="0"/>
            <a:chExt cx="1524000" cy="857250"/>
          </a:xfrm>
        </p:grpSpPr>
        <p:sp>
          <p:nvSpPr>
            <p:cNvPr id="6409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6410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6414" name="Сгруппировать"/>
          <p:cNvGrpSpPr/>
          <p:nvPr/>
        </p:nvGrpSpPr>
        <p:grpSpPr>
          <a:xfrm>
            <a:off x="1524000" y="-1714500"/>
            <a:ext cx="1524000" cy="857250"/>
            <a:chOff x="0" y="0"/>
            <a:chExt cx="1524000" cy="857250"/>
          </a:xfrm>
        </p:grpSpPr>
        <p:sp>
          <p:nvSpPr>
            <p:cNvPr id="6412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6413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6417" name="Сгруппировать"/>
          <p:cNvGrpSpPr/>
          <p:nvPr/>
        </p:nvGrpSpPr>
        <p:grpSpPr>
          <a:xfrm>
            <a:off x="0" y="-857250"/>
            <a:ext cx="1524001" cy="857250"/>
            <a:chOff x="0" y="0"/>
            <a:chExt cx="1524000" cy="857250"/>
          </a:xfrm>
        </p:grpSpPr>
        <p:sp>
          <p:nvSpPr>
            <p:cNvPr id="6415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6416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6420" name="Сгруппировать"/>
          <p:cNvGrpSpPr/>
          <p:nvPr/>
        </p:nvGrpSpPr>
        <p:grpSpPr>
          <a:xfrm>
            <a:off x="16764000" y="-1714500"/>
            <a:ext cx="1524000" cy="857250"/>
            <a:chOff x="0" y="0"/>
            <a:chExt cx="1524000" cy="857250"/>
          </a:xfrm>
        </p:grpSpPr>
        <p:sp>
          <p:nvSpPr>
            <p:cNvPr id="6418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6419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6423" name="Сгруппировать"/>
          <p:cNvGrpSpPr/>
          <p:nvPr/>
        </p:nvGrpSpPr>
        <p:grpSpPr>
          <a:xfrm>
            <a:off x="15240000" y="-857250"/>
            <a:ext cx="1524000" cy="857250"/>
            <a:chOff x="0" y="0"/>
            <a:chExt cx="1524000" cy="857250"/>
          </a:xfrm>
        </p:grpSpPr>
        <p:sp>
          <p:nvSpPr>
            <p:cNvPr id="6421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6422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6426" name="Сгруппировать"/>
          <p:cNvGrpSpPr/>
          <p:nvPr/>
        </p:nvGrpSpPr>
        <p:grpSpPr>
          <a:xfrm>
            <a:off x="19812000" y="-1714500"/>
            <a:ext cx="1524000" cy="857250"/>
            <a:chOff x="0" y="0"/>
            <a:chExt cx="1524000" cy="857250"/>
          </a:xfrm>
        </p:grpSpPr>
        <p:sp>
          <p:nvSpPr>
            <p:cNvPr id="6424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6425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6429" name="Сгруппировать"/>
          <p:cNvGrpSpPr/>
          <p:nvPr/>
        </p:nvGrpSpPr>
        <p:grpSpPr>
          <a:xfrm>
            <a:off x="18288000" y="-857250"/>
            <a:ext cx="1524000" cy="857250"/>
            <a:chOff x="0" y="0"/>
            <a:chExt cx="1524000" cy="857250"/>
          </a:xfrm>
        </p:grpSpPr>
        <p:sp>
          <p:nvSpPr>
            <p:cNvPr id="6427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6428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6432" name="Сгруппировать"/>
          <p:cNvGrpSpPr/>
          <p:nvPr/>
        </p:nvGrpSpPr>
        <p:grpSpPr>
          <a:xfrm>
            <a:off x="22860000" y="-1714500"/>
            <a:ext cx="1524000" cy="857250"/>
            <a:chOff x="0" y="0"/>
            <a:chExt cx="1524000" cy="857250"/>
          </a:xfrm>
        </p:grpSpPr>
        <p:sp>
          <p:nvSpPr>
            <p:cNvPr id="6430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6431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6435" name="Сгруппировать"/>
          <p:cNvGrpSpPr/>
          <p:nvPr/>
        </p:nvGrpSpPr>
        <p:grpSpPr>
          <a:xfrm>
            <a:off x="21336000" y="-857250"/>
            <a:ext cx="1524000" cy="857250"/>
            <a:chOff x="0" y="0"/>
            <a:chExt cx="1524000" cy="857250"/>
          </a:xfrm>
        </p:grpSpPr>
        <p:sp>
          <p:nvSpPr>
            <p:cNvPr id="6433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6434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6438" name="Сгруппировать"/>
          <p:cNvGrpSpPr/>
          <p:nvPr/>
        </p:nvGrpSpPr>
        <p:grpSpPr>
          <a:xfrm>
            <a:off x="-1524000" y="0"/>
            <a:ext cx="1524000" cy="857251"/>
            <a:chOff x="0" y="0"/>
            <a:chExt cx="1524000" cy="857250"/>
          </a:xfrm>
        </p:grpSpPr>
        <p:sp>
          <p:nvSpPr>
            <p:cNvPr id="6436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6437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6441" name="Сгруппировать"/>
          <p:cNvGrpSpPr/>
          <p:nvPr/>
        </p:nvGrpSpPr>
        <p:grpSpPr>
          <a:xfrm>
            <a:off x="-1524000" y="12858750"/>
            <a:ext cx="1524000" cy="857250"/>
            <a:chOff x="0" y="0"/>
            <a:chExt cx="1524000" cy="857250"/>
          </a:xfrm>
        </p:grpSpPr>
        <p:sp>
          <p:nvSpPr>
            <p:cNvPr id="6439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6440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6444" name="Сгруппировать"/>
          <p:cNvGrpSpPr/>
          <p:nvPr/>
        </p:nvGrpSpPr>
        <p:grpSpPr>
          <a:xfrm>
            <a:off x="-1651000" y="12001500"/>
            <a:ext cx="1524000" cy="857250"/>
            <a:chOff x="0" y="0"/>
            <a:chExt cx="1524000" cy="857250"/>
          </a:xfrm>
        </p:grpSpPr>
        <p:sp>
          <p:nvSpPr>
            <p:cNvPr id="6442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6443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sp>
        <p:nvSpPr>
          <p:cNvPr id="63" name="Text 1">
            <a:extLst>
              <a:ext uri="{FF2B5EF4-FFF2-40B4-BE49-F238E27FC236}">
                <a16:creationId xmlns:a16="http://schemas.microsoft.com/office/drawing/2014/main" id="{79AB2086-D555-48BF-8A7C-96857B49D633}"/>
              </a:ext>
            </a:extLst>
          </p:cNvPr>
          <p:cNvSpPr/>
          <p:nvPr/>
        </p:nvSpPr>
        <p:spPr>
          <a:xfrm>
            <a:off x="1356966" y="1105917"/>
            <a:ext cx="21203588" cy="22694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93000"/>
              </a:lnSpc>
            </a:pPr>
            <a:r>
              <a:rPr lang="ru-RU" sz="9600" b="1" dirty="0">
                <a:solidFill>
                  <a:srgbClr val="000000"/>
                </a:solidFill>
                <a:latin typeface="SB Sans Display Semibold" panose="020B0503040504020204" pitchFamily="34" charset="0"/>
                <a:cs typeface="SB Sans Display Semibold" panose="020B0503040504020204" pitchFamily="34" charset="0"/>
              </a:rPr>
              <a:t>Запуск веб-приложения</a:t>
            </a:r>
            <a:endParaRPr lang="en-US" sz="9600" b="1" dirty="0">
              <a:solidFill>
                <a:srgbClr val="000000"/>
              </a:solidFill>
              <a:latin typeface="SB Sans Display Semibold" panose="020B0503040504020204" pitchFamily="34" charset="0"/>
              <a:cs typeface="SB Sans Display Semibold" panose="020B0503040504020204" pitchFamily="34" charset="0"/>
            </a:endParaRPr>
          </a:p>
          <a:p>
            <a:pPr>
              <a:lnSpc>
                <a:spcPct val="93000"/>
              </a:lnSpc>
            </a:pPr>
            <a:r>
              <a:rPr lang="en-US" sz="6600" b="1" dirty="0">
                <a:solidFill>
                  <a:srgbClr val="000000"/>
                </a:solidFill>
                <a:latin typeface="SB Sans Display Semibold" panose="020B0503040504020204" pitchFamily="34" charset="0"/>
                <a:cs typeface="SB Sans Display Semibold" panose="020B0503040504020204" pitchFamily="34" charset="0"/>
              </a:rPr>
              <a:t>Spring Framework</a:t>
            </a:r>
            <a:endParaRPr lang="ru-RU" sz="6600" b="1" dirty="0">
              <a:solidFill>
                <a:srgbClr val="000000"/>
              </a:solidFill>
              <a:latin typeface="SB Sans Display Semibold" panose="020B0503040504020204" pitchFamily="34" charset="0"/>
              <a:cs typeface="SB Sans Display Semibold" panose="020B0503040504020204" pitchFamily="34" charset="0"/>
            </a:endParaRP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3C678CC1-FF54-4265-BF38-A8A37809601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0" y="3365677"/>
            <a:ext cx="13318315" cy="9921698"/>
          </a:xfrm>
          <a:prstGeom prst="rect">
            <a:avLst/>
          </a:prstGeom>
        </p:spPr>
      </p:pic>
      <p:pic>
        <p:nvPicPr>
          <p:cNvPr id="1028" name="Picture 4" descr="Накидайте креветок : r/KafkaFPS">
            <a:extLst>
              <a:ext uri="{FF2B5EF4-FFF2-40B4-BE49-F238E27FC236}">
                <a16:creationId xmlns:a16="http://schemas.microsoft.com/office/drawing/2014/main" id="{005DC19F-58AD-4B21-9735-21974EF92FC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252407" y="8834438"/>
            <a:ext cx="3499186" cy="34480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F4A6A023-9A14-4207-B343-56990791034E}"/>
              </a:ext>
            </a:extLst>
          </p:cNvPr>
          <p:cNvSpPr/>
          <p:nvPr/>
        </p:nvSpPr>
        <p:spPr>
          <a:xfrm>
            <a:off x="4348065" y="7672145"/>
            <a:ext cx="14151850" cy="5356355"/>
          </a:xfrm>
          <a:prstGeom prst="rect">
            <a:avLst/>
          </a:prstGeom>
          <a:solidFill>
            <a:srgbClr val="FFFFFF"/>
          </a:soli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ctr" defTabSz="8255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3200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FillTx/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68" name="Прямоугольник 67">
            <a:extLst>
              <a:ext uri="{FF2B5EF4-FFF2-40B4-BE49-F238E27FC236}">
                <a16:creationId xmlns:a16="http://schemas.microsoft.com/office/drawing/2014/main" id="{1C54FD49-85A9-4006-B973-3C1738D61698}"/>
              </a:ext>
            </a:extLst>
          </p:cNvPr>
          <p:cNvSpPr/>
          <p:nvPr/>
        </p:nvSpPr>
        <p:spPr>
          <a:xfrm>
            <a:off x="3810000" y="3345250"/>
            <a:ext cx="14939250" cy="5356355"/>
          </a:xfrm>
          <a:prstGeom prst="rect">
            <a:avLst/>
          </a:prstGeom>
          <a:solidFill>
            <a:srgbClr val="FFFFFF"/>
          </a:soli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ctr" defTabSz="8255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3200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FillTx/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88AE33B2-5725-41E3-8C39-042BA01EECC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42252" y="9345240"/>
            <a:ext cx="8563475" cy="5138085"/>
          </a:xfrm>
          <a:prstGeom prst="rect">
            <a:avLst/>
          </a:prstGeom>
        </p:spPr>
      </p:pic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B0B9B00B-630F-46D5-95E7-906A763EFAA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48233" y="2844959"/>
            <a:ext cx="13151514" cy="80006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7200731"/>
      </p:ext>
    </p:extLst>
  </p:cSld>
  <p:clrMapOvr>
    <a:masterClrMapping/>
  </p:clrMapOvr>
  <p:transition spd="med"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C792E338-5663-41A4-8813-B01FCC2BC69A}"/>
              </a:ext>
            </a:extLst>
          </p:cNvPr>
          <p:cNvSpPr/>
          <p:nvPr/>
        </p:nvSpPr>
        <p:spPr>
          <a:xfrm>
            <a:off x="-127000" y="-25400"/>
            <a:ext cx="24672365" cy="13741400"/>
          </a:xfrm>
          <a:prstGeom prst="rect">
            <a:avLst/>
          </a:prstGeom>
          <a:solidFill>
            <a:srgbClr val="FFFFFF"/>
          </a:soli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ctr" defTabSz="8255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3200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FillTx/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grpSp>
        <p:nvGrpSpPr>
          <p:cNvPr id="6390" name="Сгруппировать"/>
          <p:cNvGrpSpPr/>
          <p:nvPr/>
        </p:nvGrpSpPr>
        <p:grpSpPr>
          <a:xfrm>
            <a:off x="12192000" y="-857250"/>
            <a:ext cx="1524000" cy="857250"/>
            <a:chOff x="0" y="0"/>
            <a:chExt cx="1524000" cy="857250"/>
          </a:xfrm>
        </p:grpSpPr>
        <p:sp>
          <p:nvSpPr>
            <p:cNvPr id="6388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34E234">
                <a:alpha val="50172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6389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6393" name="Сгруппировать"/>
          <p:cNvGrpSpPr/>
          <p:nvPr/>
        </p:nvGrpSpPr>
        <p:grpSpPr>
          <a:xfrm>
            <a:off x="10668000" y="-1714500"/>
            <a:ext cx="1524000" cy="857250"/>
            <a:chOff x="0" y="0"/>
            <a:chExt cx="1524000" cy="857250"/>
          </a:xfrm>
        </p:grpSpPr>
        <p:sp>
          <p:nvSpPr>
            <p:cNvPr id="6391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6392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6396" name="Сгруппировать"/>
          <p:cNvGrpSpPr/>
          <p:nvPr/>
        </p:nvGrpSpPr>
        <p:grpSpPr>
          <a:xfrm>
            <a:off x="13716000" y="-1714500"/>
            <a:ext cx="1524000" cy="857250"/>
            <a:chOff x="0" y="0"/>
            <a:chExt cx="1524000" cy="857250"/>
          </a:xfrm>
        </p:grpSpPr>
        <p:sp>
          <p:nvSpPr>
            <p:cNvPr id="6394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6395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6399" name="Сгруппировать"/>
          <p:cNvGrpSpPr/>
          <p:nvPr/>
        </p:nvGrpSpPr>
        <p:grpSpPr>
          <a:xfrm>
            <a:off x="9144000" y="-857250"/>
            <a:ext cx="1524000" cy="857250"/>
            <a:chOff x="0" y="0"/>
            <a:chExt cx="1524000" cy="857250"/>
          </a:xfrm>
        </p:grpSpPr>
        <p:sp>
          <p:nvSpPr>
            <p:cNvPr id="6397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6398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6402" name="Сгруппировать"/>
          <p:cNvGrpSpPr/>
          <p:nvPr/>
        </p:nvGrpSpPr>
        <p:grpSpPr>
          <a:xfrm>
            <a:off x="7620000" y="-1714500"/>
            <a:ext cx="1524000" cy="857250"/>
            <a:chOff x="0" y="0"/>
            <a:chExt cx="1524000" cy="857250"/>
          </a:xfrm>
        </p:grpSpPr>
        <p:sp>
          <p:nvSpPr>
            <p:cNvPr id="6400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6401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6405" name="Сгруппировать"/>
          <p:cNvGrpSpPr/>
          <p:nvPr/>
        </p:nvGrpSpPr>
        <p:grpSpPr>
          <a:xfrm>
            <a:off x="6096000" y="-857250"/>
            <a:ext cx="1524000" cy="857250"/>
            <a:chOff x="0" y="0"/>
            <a:chExt cx="1524000" cy="857250"/>
          </a:xfrm>
        </p:grpSpPr>
        <p:sp>
          <p:nvSpPr>
            <p:cNvPr id="6403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6404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6408" name="Сгруппировать"/>
          <p:cNvGrpSpPr/>
          <p:nvPr/>
        </p:nvGrpSpPr>
        <p:grpSpPr>
          <a:xfrm>
            <a:off x="4572000" y="-1714500"/>
            <a:ext cx="1524000" cy="857250"/>
            <a:chOff x="0" y="0"/>
            <a:chExt cx="1524000" cy="857250"/>
          </a:xfrm>
        </p:grpSpPr>
        <p:sp>
          <p:nvSpPr>
            <p:cNvPr id="6406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6407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6411" name="Сгруппировать"/>
          <p:cNvGrpSpPr/>
          <p:nvPr/>
        </p:nvGrpSpPr>
        <p:grpSpPr>
          <a:xfrm>
            <a:off x="3048000" y="-857250"/>
            <a:ext cx="1524000" cy="857250"/>
            <a:chOff x="0" y="0"/>
            <a:chExt cx="1524000" cy="857250"/>
          </a:xfrm>
        </p:grpSpPr>
        <p:sp>
          <p:nvSpPr>
            <p:cNvPr id="6409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6410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6414" name="Сгруппировать"/>
          <p:cNvGrpSpPr/>
          <p:nvPr/>
        </p:nvGrpSpPr>
        <p:grpSpPr>
          <a:xfrm>
            <a:off x="1524000" y="-1714500"/>
            <a:ext cx="1524000" cy="857250"/>
            <a:chOff x="0" y="0"/>
            <a:chExt cx="1524000" cy="857250"/>
          </a:xfrm>
        </p:grpSpPr>
        <p:sp>
          <p:nvSpPr>
            <p:cNvPr id="6412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6413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6417" name="Сгруппировать"/>
          <p:cNvGrpSpPr/>
          <p:nvPr/>
        </p:nvGrpSpPr>
        <p:grpSpPr>
          <a:xfrm>
            <a:off x="0" y="-857250"/>
            <a:ext cx="1524001" cy="857250"/>
            <a:chOff x="0" y="0"/>
            <a:chExt cx="1524000" cy="857250"/>
          </a:xfrm>
        </p:grpSpPr>
        <p:sp>
          <p:nvSpPr>
            <p:cNvPr id="6415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6416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6420" name="Сгруппировать"/>
          <p:cNvGrpSpPr/>
          <p:nvPr/>
        </p:nvGrpSpPr>
        <p:grpSpPr>
          <a:xfrm>
            <a:off x="16764000" y="-1714500"/>
            <a:ext cx="1524000" cy="857250"/>
            <a:chOff x="0" y="0"/>
            <a:chExt cx="1524000" cy="857250"/>
          </a:xfrm>
        </p:grpSpPr>
        <p:sp>
          <p:nvSpPr>
            <p:cNvPr id="6418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6419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6423" name="Сгруппировать"/>
          <p:cNvGrpSpPr/>
          <p:nvPr/>
        </p:nvGrpSpPr>
        <p:grpSpPr>
          <a:xfrm>
            <a:off x="15240000" y="-857250"/>
            <a:ext cx="1524000" cy="857250"/>
            <a:chOff x="0" y="0"/>
            <a:chExt cx="1524000" cy="857250"/>
          </a:xfrm>
        </p:grpSpPr>
        <p:sp>
          <p:nvSpPr>
            <p:cNvPr id="6421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6422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6426" name="Сгруппировать"/>
          <p:cNvGrpSpPr/>
          <p:nvPr/>
        </p:nvGrpSpPr>
        <p:grpSpPr>
          <a:xfrm>
            <a:off x="19812000" y="-1714500"/>
            <a:ext cx="1524000" cy="857250"/>
            <a:chOff x="0" y="0"/>
            <a:chExt cx="1524000" cy="857250"/>
          </a:xfrm>
        </p:grpSpPr>
        <p:sp>
          <p:nvSpPr>
            <p:cNvPr id="6424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6425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6429" name="Сгруппировать"/>
          <p:cNvGrpSpPr/>
          <p:nvPr/>
        </p:nvGrpSpPr>
        <p:grpSpPr>
          <a:xfrm>
            <a:off x="18288000" y="-857250"/>
            <a:ext cx="1524000" cy="857250"/>
            <a:chOff x="0" y="0"/>
            <a:chExt cx="1524000" cy="857250"/>
          </a:xfrm>
        </p:grpSpPr>
        <p:sp>
          <p:nvSpPr>
            <p:cNvPr id="6427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6428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6432" name="Сгруппировать"/>
          <p:cNvGrpSpPr/>
          <p:nvPr/>
        </p:nvGrpSpPr>
        <p:grpSpPr>
          <a:xfrm>
            <a:off x="22860000" y="-1714500"/>
            <a:ext cx="1524000" cy="857250"/>
            <a:chOff x="0" y="0"/>
            <a:chExt cx="1524000" cy="857250"/>
          </a:xfrm>
        </p:grpSpPr>
        <p:sp>
          <p:nvSpPr>
            <p:cNvPr id="6430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6431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6435" name="Сгруппировать"/>
          <p:cNvGrpSpPr/>
          <p:nvPr/>
        </p:nvGrpSpPr>
        <p:grpSpPr>
          <a:xfrm>
            <a:off x="21336000" y="-857250"/>
            <a:ext cx="1524000" cy="857250"/>
            <a:chOff x="0" y="0"/>
            <a:chExt cx="1524000" cy="857250"/>
          </a:xfrm>
        </p:grpSpPr>
        <p:sp>
          <p:nvSpPr>
            <p:cNvPr id="6433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6434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6438" name="Сгруппировать"/>
          <p:cNvGrpSpPr/>
          <p:nvPr/>
        </p:nvGrpSpPr>
        <p:grpSpPr>
          <a:xfrm>
            <a:off x="-1524000" y="0"/>
            <a:ext cx="1524000" cy="857251"/>
            <a:chOff x="0" y="0"/>
            <a:chExt cx="1524000" cy="857250"/>
          </a:xfrm>
        </p:grpSpPr>
        <p:sp>
          <p:nvSpPr>
            <p:cNvPr id="6436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6437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6441" name="Сгруппировать"/>
          <p:cNvGrpSpPr/>
          <p:nvPr/>
        </p:nvGrpSpPr>
        <p:grpSpPr>
          <a:xfrm>
            <a:off x="-1524000" y="12858750"/>
            <a:ext cx="1524000" cy="857250"/>
            <a:chOff x="0" y="0"/>
            <a:chExt cx="1524000" cy="857250"/>
          </a:xfrm>
        </p:grpSpPr>
        <p:sp>
          <p:nvSpPr>
            <p:cNvPr id="6439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6440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6444" name="Сгруппировать"/>
          <p:cNvGrpSpPr/>
          <p:nvPr/>
        </p:nvGrpSpPr>
        <p:grpSpPr>
          <a:xfrm>
            <a:off x="-1651000" y="12001500"/>
            <a:ext cx="1524000" cy="857250"/>
            <a:chOff x="0" y="0"/>
            <a:chExt cx="1524000" cy="857250"/>
          </a:xfrm>
        </p:grpSpPr>
        <p:sp>
          <p:nvSpPr>
            <p:cNvPr id="6442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6443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sp>
        <p:nvSpPr>
          <p:cNvPr id="63" name="Text 1">
            <a:extLst>
              <a:ext uri="{FF2B5EF4-FFF2-40B4-BE49-F238E27FC236}">
                <a16:creationId xmlns:a16="http://schemas.microsoft.com/office/drawing/2014/main" id="{79AB2086-D555-48BF-8A7C-96857B49D633}"/>
              </a:ext>
            </a:extLst>
          </p:cNvPr>
          <p:cNvSpPr/>
          <p:nvPr/>
        </p:nvSpPr>
        <p:spPr>
          <a:xfrm>
            <a:off x="1356966" y="1105917"/>
            <a:ext cx="21203588" cy="22694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93000"/>
              </a:lnSpc>
            </a:pPr>
            <a:r>
              <a:rPr lang="ru-RU" sz="9600" b="1" dirty="0">
                <a:solidFill>
                  <a:srgbClr val="000000"/>
                </a:solidFill>
                <a:latin typeface="SB Sans Display Semibold" panose="020B0503040504020204" pitchFamily="34" charset="0"/>
                <a:cs typeface="SB Sans Display Semibold" panose="020B0503040504020204" pitchFamily="34" charset="0"/>
              </a:rPr>
              <a:t>Запуск веб-приложения</a:t>
            </a:r>
            <a:endParaRPr lang="en-US" sz="9600" b="1" dirty="0">
              <a:solidFill>
                <a:srgbClr val="000000"/>
              </a:solidFill>
              <a:latin typeface="SB Sans Display Semibold" panose="020B0503040504020204" pitchFamily="34" charset="0"/>
              <a:cs typeface="SB Sans Display Semibold" panose="020B0503040504020204" pitchFamily="34" charset="0"/>
            </a:endParaRPr>
          </a:p>
          <a:p>
            <a:pPr>
              <a:lnSpc>
                <a:spcPct val="93000"/>
              </a:lnSpc>
            </a:pPr>
            <a:r>
              <a:rPr lang="en-US" sz="6600" b="1" dirty="0">
                <a:solidFill>
                  <a:srgbClr val="000000"/>
                </a:solidFill>
                <a:latin typeface="SB Sans Display Semibold" panose="020B0503040504020204" pitchFamily="34" charset="0"/>
                <a:cs typeface="SB Sans Display Semibold" panose="020B0503040504020204" pitchFamily="34" charset="0"/>
              </a:rPr>
              <a:t>Spring Framework</a:t>
            </a:r>
            <a:endParaRPr lang="ru-RU" sz="6600" b="1" dirty="0">
              <a:solidFill>
                <a:srgbClr val="000000"/>
              </a:solidFill>
              <a:latin typeface="SB Sans Display Semibold" panose="020B0503040504020204" pitchFamily="34" charset="0"/>
              <a:cs typeface="SB Sans Display Semibold" panose="020B0503040504020204" pitchFamily="34" charset="0"/>
            </a:endParaRP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3C678CC1-FF54-4265-BF38-A8A37809601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0" y="3365677"/>
            <a:ext cx="13318315" cy="9921698"/>
          </a:xfrm>
          <a:prstGeom prst="rect">
            <a:avLst/>
          </a:prstGeom>
        </p:spPr>
      </p:pic>
      <p:pic>
        <p:nvPicPr>
          <p:cNvPr id="1028" name="Picture 4" descr="Накидайте креветок : r/KafkaFPS">
            <a:extLst>
              <a:ext uri="{FF2B5EF4-FFF2-40B4-BE49-F238E27FC236}">
                <a16:creationId xmlns:a16="http://schemas.microsoft.com/office/drawing/2014/main" id="{005DC19F-58AD-4B21-9735-21974EF92FC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252407" y="8834438"/>
            <a:ext cx="3499186" cy="34480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F4A6A023-9A14-4207-B343-56990791034E}"/>
              </a:ext>
            </a:extLst>
          </p:cNvPr>
          <p:cNvSpPr/>
          <p:nvPr/>
        </p:nvSpPr>
        <p:spPr>
          <a:xfrm>
            <a:off x="8453535" y="7672145"/>
            <a:ext cx="10046380" cy="5356355"/>
          </a:xfrm>
          <a:prstGeom prst="rect">
            <a:avLst/>
          </a:prstGeom>
          <a:solidFill>
            <a:srgbClr val="FFFFFF"/>
          </a:soli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ctr" defTabSz="8255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3200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FillTx/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</p:spTree>
    <p:extLst>
      <p:ext uri="{BB962C8B-B14F-4D97-AF65-F5344CB8AC3E}">
        <p14:creationId xmlns:p14="http://schemas.microsoft.com/office/powerpoint/2010/main" val="2669473962"/>
      </p:ext>
    </p:extLst>
  </p:cSld>
  <p:clrMapOvr>
    <a:masterClrMapping/>
  </p:clrMapOvr>
  <p:transition spd="med"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C792E338-5663-41A4-8813-B01FCC2BC69A}"/>
              </a:ext>
            </a:extLst>
          </p:cNvPr>
          <p:cNvSpPr/>
          <p:nvPr/>
        </p:nvSpPr>
        <p:spPr>
          <a:xfrm>
            <a:off x="-127000" y="-25400"/>
            <a:ext cx="24672365" cy="13741400"/>
          </a:xfrm>
          <a:prstGeom prst="rect">
            <a:avLst/>
          </a:prstGeom>
          <a:solidFill>
            <a:srgbClr val="FFFFFF"/>
          </a:soli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ctr" defTabSz="8255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3200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FillTx/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grpSp>
        <p:nvGrpSpPr>
          <p:cNvPr id="6390" name="Сгруппировать"/>
          <p:cNvGrpSpPr/>
          <p:nvPr/>
        </p:nvGrpSpPr>
        <p:grpSpPr>
          <a:xfrm>
            <a:off x="12192000" y="-857250"/>
            <a:ext cx="1524000" cy="857250"/>
            <a:chOff x="0" y="0"/>
            <a:chExt cx="1524000" cy="857250"/>
          </a:xfrm>
        </p:grpSpPr>
        <p:sp>
          <p:nvSpPr>
            <p:cNvPr id="6388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34E234">
                <a:alpha val="50172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6389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6393" name="Сгруппировать"/>
          <p:cNvGrpSpPr/>
          <p:nvPr/>
        </p:nvGrpSpPr>
        <p:grpSpPr>
          <a:xfrm>
            <a:off x="10668000" y="-1714500"/>
            <a:ext cx="1524000" cy="857250"/>
            <a:chOff x="0" y="0"/>
            <a:chExt cx="1524000" cy="857250"/>
          </a:xfrm>
        </p:grpSpPr>
        <p:sp>
          <p:nvSpPr>
            <p:cNvPr id="6391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6392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6396" name="Сгруппировать"/>
          <p:cNvGrpSpPr/>
          <p:nvPr/>
        </p:nvGrpSpPr>
        <p:grpSpPr>
          <a:xfrm>
            <a:off x="13716000" y="-1714500"/>
            <a:ext cx="1524000" cy="857250"/>
            <a:chOff x="0" y="0"/>
            <a:chExt cx="1524000" cy="857250"/>
          </a:xfrm>
        </p:grpSpPr>
        <p:sp>
          <p:nvSpPr>
            <p:cNvPr id="6394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6395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6399" name="Сгруппировать"/>
          <p:cNvGrpSpPr/>
          <p:nvPr/>
        </p:nvGrpSpPr>
        <p:grpSpPr>
          <a:xfrm>
            <a:off x="9144000" y="-857250"/>
            <a:ext cx="1524000" cy="857250"/>
            <a:chOff x="0" y="0"/>
            <a:chExt cx="1524000" cy="857250"/>
          </a:xfrm>
        </p:grpSpPr>
        <p:sp>
          <p:nvSpPr>
            <p:cNvPr id="6397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6398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6402" name="Сгруппировать"/>
          <p:cNvGrpSpPr/>
          <p:nvPr/>
        </p:nvGrpSpPr>
        <p:grpSpPr>
          <a:xfrm>
            <a:off x="7620000" y="-1714500"/>
            <a:ext cx="1524000" cy="857250"/>
            <a:chOff x="0" y="0"/>
            <a:chExt cx="1524000" cy="857250"/>
          </a:xfrm>
        </p:grpSpPr>
        <p:sp>
          <p:nvSpPr>
            <p:cNvPr id="6400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6401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6405" name="Сгруппировать"/>
          <p:cNvGrpSpPr/>
          <p:nvPr/>
        </p:nvGrpSpPr>
        <p:grpSpPr>
          <a:xfrm>
            <a:off x="6096000" y="-857250"/>
            <a:ext cx="1524000" cy="857250"/>
            <a:chOff x="0" y="0"/>
            <a:chExt cx="1524000" cy="857250"/>
          </a:xfrm>
        </p:grpSpPr>
        <p:sp>
          <p:nvSpPr>
            <p:cNvPr id="6403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6404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6408" name="Сгруппировать"/>
          <p:cNvGrpSpPr/>
          <p:nvPr/>
        </p:nvGrpSpPr>
        <p:grpSpPr>
          <a:xfrm>
            <a:off x="4572000" y="-1714500"/>
            <a:ext cx="1524000" cy="857250"/>
            <a:chOff x="0" y="0"/>
            <a:chExt cx="1524000" cy="857250"/>
          </a:xfrm>
        </p:grpSpPr>
        <p:sp>
          <p:nvSpPr>
            <p:cNvPr id="6406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6407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6411" name="Сгруппировать"/>
          <p:cNvGrpSpPr/>
          <p:nvPr/>
        </p:nvGrpSpPr>
        <p:grpSpPr>
          <a:xfrm>
            <a:off x="3048000" y="-857250"/>
            <a:ext cx="1524000" cy="857250"/>
            <a:chOff x="0" y="0"/>
            <a:chExt cx="1524000" cy="857250"/>
          </a:xfrm>
        </p:grpSpPr>
        <p:sp>
          <p:nvSpPr>
            <p:cNvPr id="6409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6410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6414" name="Сгруппировать"/>
          <p:cNvGrpSpPr/>
          <p:nvPr/>
        </p:nvGrpSpPr>
        <p:grpSpPr>
          <a:xfrm>
            <a:off x="1524000" y="-1714500"/>
            <a:ext cx="1524000" cy="857250"/>
            <a:chOff x="0" y="0"/>
            <a:chExt cx="1524000" cy="857250"/>
          </a:xfrm>
        </p:grpSpPr>
        <p:sp>
          <p:nvSpPr>
            <p:cNvPr id="6412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6413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6417" name="Сгруппировать"/>
          <p:cNvGrpSpPr/>
          <p:nvPr/>
        </p:nvGrpSpPr>
        <p:grpSpPr>
          <a:xfrm>
            <a:off x="0" y="-857250"/>
            <a:ext cx="1524001" cy="857250"/>
            <a:chOff x="0" y="0"/>
            <a:chExt cx="1524000" cy="857250"/>
          </a:xfrm>
        </p:grpSpPr>
        <p:sp>
          <p:nvSpPr>
            <p:cNvPr id="6415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6416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6420" name="Сгруппировать"/>
          <p:cNvGrpSpPr/>
          <p:nvPr/>
        </p:nvGrpSpPr>
        <p:grpSpPr>
          <a:xfrm>
            <a:off x="16764000" y="-1714500"/>
            <a:ext cx="1524000" cy="857250"/>
            <a:chOff x="0" y="0"/>
            <a:chExt cx="1524000" cy="857250"/>
          </a:xfrm>
        </p:grpSpPr>
        <p:sp>
          <p:nvSpPr>
            <p:cNvPr id="6418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6419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6423" name="Сгруппировать"/>
          <p:cNvGrpSpPr/>
          <p:nvPr/>
        </p:nvGrpSpPr>
        <p:grpSpPr>
          <a:xfrm>
            <a:off x="15240000" y="-857250"/>
            <a:ext cx="1524000" cy="857250"/>
            <a:chOff x="0" y="0"/>
            <a:chExt cx="1524000" cy="857250"/>
          </a:xfrm>
        </p:grpSpPr>
        <p:sp>
          <p:nvSpPr>
            <p:cNvPr id="6421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6422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6426" name="Сгруппировать"/>
          <p:cNvGrpSpPr/>
          <p:nvPr/>
        </p:nvGrpSpPr>
        <p:grpSpPr>
          <a:xfrm>
            <a:off x="19812000" y="-1714500"/>
            <a:ext cx="1524000" cy="857250"/>
            <a:chOff x="0" y="0"/>
            <a:chExt cx="1524000" cy="857250"/>
          </a:xfrm>
        </p:grpSpPr>
        <p:sp>
          <p:nvSpPr>
            <p:cNvPr id="6424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6425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6429" name="Сгруппировать"/>
          <p:cNvGrpSpPr/>
          <p:nvPr/>
        </p:nvGrpSpPr>
        <p:grpSpPr>
          <a:xfrm>
            <a:off x="18288000" y="-857250"/>
            <a:ext cx="1524000" cy="857250"/>
            <a:chOff x="0" y="0"/>
            <a:chExt cx="1524000" cy="857250"/>
          </a:xfrm>
        </p:grpSpPr>
        <p:sp>
          <p:nvSpPr>
            <p:cNvPr id="6427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6428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6432" name="Сгруппировать"/>
          <p:cNvGrpSpPr/>
          <p:nvPr/>
        </p:nvGrpSpPr>
        <p:grpSpPr>
          <a:xfrm>
            <a:off x="22860000" y="-1714500"/>
            <a:ext cx="1524000" cy="857250"/>
            <a:chOff x="0" y="0"/>
            <a:chExt cx="1524000" cy="857250"/>
          </a:xfrm>
        </p:grpSpPr>
        <p:sp>
          <p:nvSpPr>
            <p:cNvPr id="6430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6431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6435" name="Сгруппировать"/>
          <p:cNvGrpSpPr/>
          <p:nvPr/>
        </p:nvGrpSpPr>
        <p:grpSpPr>
          <a:xfrm>
            <a:off x="21336000" y="-857250"/>
            <a:ext cx="1524000" cy="857250"/>
            <a:chOff x="0" y="0"/>
            <a:chExt cx="1524000" cy="857250"/>
          </a:xfrm>
        </p:grpSpPr>
        <p:sp>
          <p:nvSpPr>
            <p:cNvPr id="6433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6434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6438" name="Сгруппировать"/>
          <p:cNvGrpSpPr/>
          <p:nvPr/>
        </p:nvGrpSpPr>
        <p:grpSpPr>
          <a:xfrm>
            <a:off x="-1524000" y="0"/>
            <a:ext cx="1524000" cy="857251"/>
            <a:chOff x="0" y="0"/>
            <a:chExt cx="1524000" cy="857250"/>
          </a:xfrm>
        </p:grpSpPr>
        <p:sp>
          <p:nvSpPr>
            <p:cNvPr id="6436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6437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6441" name="Сгруппировать"/>
          <p:cNvGrpSpPr/>
          <p:nvPr/>
        </p:nvGrpSpPr>
        <p:grpSpPr>
          <a:xfrm>
            <a:off x="-1524000" y="12858750"/>
            <a:ext cx="1524000" cy="857250"/>
            <a:chOff x="0" y="0"/>
            <a:chExt cx="1524000" cy="857250"/>
          </a:xfrm>
        </p:grpSpPr>
        <p:sp>
          <p:nvSpPr>
            <p:cNvPr id="6439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6440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6444" name="Сгруппировать"/>
          <p:cNvGrpSpPr/>
          <p:nvPr/>
        </p:nvGrpSpPr>
        <p:grpSpPr>
          <a:xfrm>
            <a:off x="-1651000" y="12001500"/>
            <a:ext cx="1524000" cy="857250"/>
            <a:chOff x="0" y="0"/>
            <a:chExt cx="1524000" cy="857250"/>
          </a:xfrm>
        </p:grpSpPr>
        <p:sp>
          <p:nvSpPr>
            <p:cNvPr id="6442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6443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sp>
        <p:nvSpPr>
          <p:cNvPr id="63" name="Text 1">
            <a:extLst>
              <a:ext uri="{FF2B5EF4-FFF2-40B4-BE49-F238E27FC236}">
                <a16:creationId xmlns:a16="http://schemas.microsoft.com/office/drawing/2014/main" id="{79AB2086-D555-48BF-8A7C-96857B49D633}"/>
              </a:ext>
            </a:extLst>
          </p:cNvPr>
          <p:cNvSpPr/>
          <p:nvPr/>
        </p:nvSpPr>
        <p:spPr>
          <a:xfrm>
            <a:off x="1356966" y="1105917"/>
            <a:ext cx="21203588" cy="22694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93000"/>
              </a:lnSpc>
            </a:pPr>
            <a:r>
              <a:rPr lang="ru-RU" sz="9600" b="1" dirty="0">
                <a:solidFill>
                  <a:srgbClr val="000000"/>
                </a:solidFill>
                <a:latin typeface="SB Sans Display Semibold" panose="020B0503040504020204" pitchFamily="34" charset="0"/>
                <a:cs typeface="SB Sans Display Semibold" panose="020B0503040504020204" pitchFamily="34" charset="0"/>
              </a:rPr>
              <a:t>Запуск веб-приложения</a:t>
            </a:r>
            <a:endParaRPr lang="en-US" sz="9600" b="1" dirty="0">
              <a:solidFill>
                <a:srgbClr val="000000"/>
              </a:solidFill>
              <a:latin typeface="SB Sans Display Semibold" panose="020B0503040504020204" pitchFamily="34" charset="0"/>
              <a:cs typeface="SB Sans Display Semibold" panose="020B0503040504020204" pitchFamily="34" charset="0"/>
            </a:endParaRPr>
          </a:p>
          <a:p>
            <a:pPr>
              <a:lnSpc>
                <a:spcPct val="93000"/>
              </a:lnSpc>
            </a:pPr>
            <a:r>
              <a:rPr lang="en-US" sz="6600" b="1" dirty="0">
                <a:solidFill>
                  <a:srgbClr val="000000"/>
                </a:solidFill>
                <a:latin typeface="SB Sans Display Semibold" panose="020B0503040504020204" pitchFamily="34" charset="0"/>
                <a:cs typeface="SB Sans Display Semibold" panose="020B0503040504020204" pitchFamily="34" charset="0"/>
              </a:rPr>
              <a:t>Spring Framework</a:t>
            </a:r>
            <a:endParaRPr lang="ru-RU" sz="6600" b="1" dirty="0">
              <a:solidFill>
                <a:srgbClr val="000000"/>
              </a:solidFill>
              <a:latin typeface="SB Sans Display Semibold" panose="020B0503040504020204" pitchFamily="34" charset="0"/>
              <a:cs typeface="SB Sans Display Semibold" panose="020B0503040504020204" pitchFamily="34" charset="0"/>
            </a:endParaRP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3C678CC1-FF54-4265-BF38-A8A37809601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0" y="3365677"/>
            <a:ext cx="13318315" cy="9921698"/>
          </a:xfrm>
          <a:prstGeom prst="rect">
            <a:avLst/>
          </a:prstGeom>
        </p:spPr>
      </p:pic>
      <p:pic>
        <p:nvPicPr>
          <p:cNvPr id="1028" name="Picture 4" descr="Накидайте креветок : r/KafkaFPS">
            <a:extLst>
              <a:ext uri="{FF2B5EF4-FFF2-40B4-BE49-F238E27FC236}">
                <a16:creationId xmlns:a16="http://schemas.microsoft.com/office/drawing/2014/main" id="{005DC19F-58AD-4B21-9735-21974EF92FC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252407" y="8834438"/>
            <a:ext cx="3499186" cy="34480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F4A6A023-9A14-4207-B343-56990791034E}"/>
              </a:ext>
            </a:extLst>
          </p:cNvPr>
          <p:cNvSpPr/>
          <p:nvPr/>
        </p:nvSpPr>
        <p:spPr>
          <a:xfrm>
            <a:off x="13324113" y="7672145"/>
            <a:ext cx="5175801" cy="5356355"/>
          </a:xfrm>
          <a:prstGeom prst="rect">
            <a:avLst/>
          </a:prstGeom>
          <a:solidFill>
            <a:srgbClr val="FFFFFF"/>
          </a:soli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ctr" defTabSz="8255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3200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FillTx/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</p:spTree>
    <p:extLst>
      <p:ext uri="{BB962C8B-B14F-4D97-AF65-F5344CB8AC3E}">
        <p14:creationId xmlns:p14="http://schemas.microsoft.com/office/powerpoint/2010/main" val="786981884"/>
      </p:ext>
    </p:extLst>
  </p:cSld>
  <p:clrMapOvr>
    <a:masterClrMapping/>
  </p:clrMapOvr>
  <p:transition spd="med"/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C792E338-5663-41A4-8813-B01FCC2BC69A}"/>
              </a:ext>
            </a:extLst>
          </p:cNvPr>
          <p:cNvSpPr/>
          <p:nvPr/>
        </p:nvSpPr>
        <p:spPr>
          <a:xfrm>
            <a:off x="-127000" y="-25400"/>
            <a:ext cx="24672365" cy="13741400"/>
          </a:xfrm>
          <a:prstGeom prst="rect">
            <a:avLst/>
          </a:prstGeom>
          <a:solidFill>
            <a:srgbClr val="FFFFFF"/>
          </a:soli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ctr" defTabSz="8255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3200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FillTx/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grpSp>
        <p:nvGrpSpPr>
          <p:cNvPr id="6390" name="Сгруппировать"/>
          <p:cNvGrpSpPr/>
          <p:nvPr/>
        </p:nvGrpSpPr>
        <p:grpSpPr>
          <a:xfrm>
            <a:off x="12192000" y="-857250"/>
            <a:ext cx="1524000" cy="857250"/>
            <a:chOff x="0" y="0"/>
            <a:chExt cx="1524000" cy="857250"/>
          </a:xfrm>
        </p:grpSpPr>
        <p:sp>
          <p:nvSpPr>
            <p:cNvPr id="6388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34E234">
                <a:alpha val="50172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6389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6393" name="Сгруппировать"/>
          <p:cNvGrpSpPr/>
          <p:nvPr/>
        </p:nvGrpSpPr>
        <p:grpSpPr>
          <a:xfrm>
            <a:off x="10668000" y="-1714500"/>
            <a:ext cx="1524000" cy="857250"/>
            <a:chOff x="0" y="0"/>
            <a:chExt cx="1524000" cy="857250"/>
          </a:xfrm>
        </p:grpSpPr>
        <p:sp>
          <p:nvSpPr>
            <p:cNvPr id="6391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6392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6396" name="Сгруппировать"/>
          <p:cNvGrpSpPr/>
          <p:nvPr/>
        </p:nvGrpSpPr>
        <p:grpSpPr>
          <a:xfrm>
            <a:off x="13716000" y="-1714500"/>
            <a:ext cx="1524000" cy="857250"/>
            <a:chOff x="0" y="0"/>
            <a:chExt cx="1524000" cy="857250"/>
          </a:xfrm>
        </p:grpSpPr>
        <p:sp>
          <p:nvSpPr>
            <p:cNvPr id="6394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6395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6399" name="Сгруппировать"/>
          <p:cNvGrpSpPr/>
          <p:nvPr/>
        </p:nvGrpSpPr>
        <p:grpSpPr>
          <a:xfrm>
            <a:off x="9144000" y="-857250"/>
            <a:ext cx="1524000" cy="857250"/>
            <a:chOff x="0" y="0"/>
            <a:chExt cx="1524000" cy="857250"/>
          </a:xfrm>
        </p:grpSpPr>
        <p:sp>
          <p:nvSpPr>
            <p:cNvPr id="6397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6398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6402" name="Сгруппировать"/>
          <p:cNvGrpSpPr/>
          <p:nvPr/>
        </p:nvGrpSpPr>
        <p:grpSpPr>
          <a:xfrm>
            <a:off x="7620000" y="-1714500"/>
            <a:ext cx="1524000" cy="857250"/>
            <a:chOff x="0" y="0"/>
            <a:chExt cx="1524000" cy="857250"/>
          </a:xfrm>
        </p:grpSpPr>
        <p:sp>
          <p:nvSpPr>
            <p:cNvPr id="6400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6401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6405" name="Сгруппировать"/>
          <p:cNvGrpSpPr/>
          <p:nvPr/>
        </p:nvGrpSpPr>
        <p:grpSpPr>
          <a:xfrm>
            <a:off x="6096000" y="-857250"/>
            <a:ext cx="1524000" cy="857250"/>
            <a:chOff x="0" y="0"/>
            <a:chExt cx="1524000" cy="857250"/>
          </a:xfrm>
        </p:grpSpPr>
        <p:sp>
          <p:nvSpPr>
            <p:cNvPr id="6403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6404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6408" name="Сгруппировать"/>
          <p:cNvGrpSpPr/>
          <p:nvPr/>
        </p:nvGrpSpPr>
        <p:grpSpPr>
          <a:xfrm>
            <a:off x="4572000" y="-1714500"/>
            <a:ext cx="1524000" cy="857250"/>
            <a:chOff x="0" y="0"/>
            <a:chExt cx="1524000" cy="857250"/>
          </a:xfrm>
        </p:grpSpPr>
        <p:sp>
          <p:nvSpPr>
            <p:cNvPr id="6406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6407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6411" name="Сгруппировать"/>
          <p:cNvGrpSpPr/>
          <p:nvPr/>
        </p:nvGrpSpPr>
        <p:grpSpPr>
          <a:xfrm>
            <a:off x="3048000" y="-857250"/>
            <a:ext cx="1524000" cy="857250"/>
            <a:chOff x="0" y="0"/>
            <a:chExt cx="1524000" cy="857250"/>
          </a:xfrm>
        </p:grpSpPr>
        <p:sp>
          <p:nvSpPr>
            <p:cNvPr id="6409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6410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6414" name="Сгруппировать"/>
          <p:cNvGrpSpPr/>
          <p:nvPr/>
        </p:nvGrpSpPr>
        <p:grpSpPr>
          <a:xfrm>
            <a:off x="1524000" y="-1714500"/>
            <a:ext cx="1524000" cy="857250"/>
            <a:chOff x="0" y="0"/>
            <a:chExt cx="1524000" cy="857250"/>
          </a:xfrm>
        </p:grpSpPr>
        <p:sp>
          <p:nvSpPr>
            <p:cNvPr id="6412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6413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6417" name="Сгруппировать"/>
          <p:cNvGrpSpPr/>
          <p:nvPr/>
        </p:nvGrpSpPr>
        <p:grpSpPr>
          <a:xfrm>
            <a:off x="0" y="-857250"/>
            <a:ext cx="1524001" cy="857250"/>
            <a:chOff x="0" y="0"/>
            <a:chExt cx="1524000" cy="857250"/>
          </a:xfrm>
        </p:grpSpPr>
        <p:sp>
          <p:nvSpPr>
            <p:cNvPr id="6415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6416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6420" name="Сгруппировать"/>
          <p:cNvGrpSpPr/>
          <p:nvPr/>
        </p:nvGrpSpPr>
        <p:grpSpPr>
          <a:xfrm>
            <a:off x="16764000" y="-1714500"/>
            <a:ext cx="1524000" cy="857250"/>
            <a:chOff x="0" y="0"/>
            <a:chExt cx="1524000" cy="857250"/>
          </a:xfrm>
        </p:grpSpPr>
        <p:sp>
          <p:nvSpPr>
            <p:cNvPr id="6418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6419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6423" name="Сгруппировать"/>
          <p:cNvGrpSpPr/>
          <p:nvPr/>
        </p:nvGrpSpPr>
        <p:grpSpPr>
          <a:xfrm>
            <a:off x="15240000" y="-857250"/>
            <a:ext cx="1524000" cy="857250"/>
            <a:chOff x="0" y="0"/>
            <a:chExt cx="1524000" cy="857250"/>
          </a:xfrm>
        </p:grpSpPr>
        <p:sp>
          <p:nvSpPr>
            <p:cNvPr id="6421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6422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6426" name="Сгруппировать"/>
          <p:cNvGrpSpPr/>
          <p:nvPr/>
        </p:nvGrpSpPr>
        <p:grpSpPr>
          <a:xfrm>
            <a:off x="19812000" y="-1714500"/>
            <a:ext cx="1524000" cy="857250"/>
            <a:chOff x="0" y="0"/>
            <a:chExt cx="1524000" cy="857250"/>
          </a:xfrm>
        </p:grpSpPr>
        <p:sp>
          <p:nvSpPr>
            <p:cNvPr id="6424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6425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6429" name="Сгруппировать"/>
          <p:cNvGrpSpPr/>
          <p:nvPr/>
        </p:nvGrpSpPr>
        <p:grpSpPr>
          <a:xfrm>
            <a:off x="18288000" y="-857250"/>
            <a:ext cx="1524000" cy="857250"/>
            <a:chOff x="0" y="0"/>
            <a:chExt cx="1524000" cy="857250"/>
          </a:xfrm>
        </p:grpSpPr>
        <p:sp>
          <p:nvSpPr>
            <p:cNvPr id="6427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6428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6432" name="Сгруппировать"/>
          <p:cNvGrpSpPr/>
          <p:nvPr/>
        </p:nvGrpSpPr>
        <p:grpSpPr>
          <a:xfrm>
            <a:off x="22860000" y="-1714500"/>
            <a:ext cx="1524000" cy="857250"/>
            <a:chOff x="0" y="0"/>
            <a:chExt cx="1524000" cy="857250"/>
          </a:xfrm>
        </p:grpSpPr>
        <p:sp>
          <p:nvSpPr>
            <p:cNvPr id="6430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6431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6435" name="Сгруппировать"/>
          <p:cNvGrpSpPr/>
          <p:nvPr/>
        </p:nvGrpSpPr>
        <p:grpSpPr>
          <a:xfrm>
            <a:off x="21336000" y="-857250"/>
            <a:ext cx="1524000" cy="857250"/>
            <a:chOff x="0" y="0"/>
            <a:chExt cx="1524000" cy="857250"/>
          </a:xfrm>
        </p:grpSpPr>
        <p:sp>
          <p:nvSpPr>
            <p:cNvPr id="6433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6434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6438" name="Сгруппировать"/>
          <p:cNvGrpSpPr/>
          <p:nvPr/>
        </p:nvGrpSpPr>
        <p:grpSpPr>
          <a:xfrm>
            <a:off x="-1524000" y="0"/>
            <a:ext cx="1524000" cy="857251"/>
            <a:chOff x="0" y="0"/>
            <a:chExt cx="1524000" cy="857250"/>
          </a:xfrm>
        </p:grpSpPr>
        <p:sp>
          <p:nvSpPr>
            <p:cNvPr id="6436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6437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6441" name="Сгруппировать"/>
          <p:cNvGrpSpPr/>
          <p:nvPr/>
        </p:nvGrpSpPr>
        <p:grpSpPr>
          <a:xfrm>
            <a:off x="-1524000" y="12858750"/>
            <a:ext cx="1524000" cy="857250"/>
            <a:chOff x="0" y="0"/>
            <a:chExt cx="1524000" cy="857250"/>
          </a:xfrm>
        </p:grpSpPr>
        <p:sp>
          <p:nvSpPr>
            <p:cNvPr id="6439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6440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6444" name="Сгруппировать"/>
          <p:cNvGrpSpPr/>
          <p:nvPr/>
        </p:nvGrpSpPr>
        <p:grpSpPr>
          <a:xfrm>
            <a:off x="-1651000" y="12001500"/>
            <a:ext cx="1524000" cy="857250"/>
            <a:chOff x="0" y="0"/>
            <a:chExt cx="1524000" cy="857250"/>
          </a:xfrm>
        </p:grpSpPr>
        <p:sp>
          <p:nvSpPr>
            <p:cNvPr id="6442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6443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sp>
        <p:nvSpPr>
          <p:cNvPr id="63" name="Text 1">
            <a:extLst>
              <a:ext uri="{FF2B5EF4-FFF2-40B4-BE49-F238E27FC236}">
                <a16:creationId xmlns:a16="http://schemas.microsoft.com/office/drawing/2014/main" id="{79AB2086-D555-48BF-8A7C-96857B49D633}"/>
              </a:ext>
            </a:extLst>
          </p:cNvPr>
          <p:cNvSpPr/>
          <p:nvPr/>
        </p:nvSpPr>
        <p:spPr>
          <a:xfrm>
            <a:off x="1356966" y="1105917"/>
            <a:ext cx="21203588" cy="22694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93000"/>
              </a:lnSpc>
            </a:pPr>
            <a:r>
              <a:rPr lang="ru-RU" sz="9600" b="1" dirty="0">
                <a:solidFill>
                  <a:srgbClr val="000000"/>
                </a:solidFill>
                <a:latin typeface="SB Sans Display Semibold" panose="020B0503040504020204" pitchFamily="34" charset="0"/>
                <a:cs typeface="SB Sans Display Semibold" panose="020B0503040504020204" pitchFamily="34" charset="0"/>
              </a:rPr>
              <a:t>Запуск веб-приложения</a:t>
            </a:r>
            <a:endParaRPr lang="en-US" sz="9600" b="1" dirty="0">
              <a:solidFill>
                <a:srgbClr val="000000"/>
              </a:solidFill>
              <a:latin typeface="SB Sans Display Semibold" panose="020B0503040504020204" pitchFamily="34" charset="0"/>
              <a:cs typeface="SB Sans Display Semibold" panose="020B0503040504020204" pitchFamily="34" charset="0"/>
            </a:endParaRPr>
          </a:p>
          <a:p>
            <a:pPr>
              <a:lnSpc>
                <a:spcPct val="93000"/>
              </a:lnSpc>
            </a:pPr>
            <a:r>
              <a:rPr lang="en-US" sz="6600" b="1" dirty="0">
                <a:solidFill>
                  <a:srgbClr val="000000"/>
                </a:solidFill>
                <a:latin typeface="SB Sans Display Semibold" panose="020B0503040504020204" pitchFamily="34" charset="0"/>
                <a:cs typeface="SB Sans Display Semibold" panose="020B0503040504020204" pitchFamily="34" charset="0"/>
              </a:rPr>
              <a:t>Spring Framework</a:t>
            </a:r>
            <a:endParaRPr lang="ru-RU" sz="6600" b="1" dirty="0">
              <a:solidFill>
                <a:srgbClr val="000000"/>
              </a:solidFill>
              <a:latin typeface="SB Sans Display Semibold" panose="020B0503040504020204" pitchFamily="34" charset="0"/>
              <a:cs typeface="SB Sans Display Semibold" panose="020B0503040504020204" pitchFamily="34" charset="0"/>
            </a:endParaRP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3C678CC1-FF54-4265-BF38-A8A37809601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0" y="3365677"/>
            <a:ext cx="13318315" cy="9921698"/>
          </a:xfrm>
          <a:prstGeom prst="rect">
            <a:avLst/>
          </a:prstGeom>
        </p:spPr>
      </p:pic>
      <p:pic>
        <p:nvPicPr>
          <p:cNvPr id="1028" name="Picture 4" descr="Накидайте креветок : r/KafkaFPS">
            <a:extLst>
              <a:ext uri="{FF2B5EF4-FFF2-40B4-BE49-F238E27FC236}">
                <a16:creationId xmlns:a16="http://schemas.microsoft.com/office/drawing/2014/main" id="{005DC19F-58AD-4B21-9735-21974EF92FC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252407" y="8834438"/>
            <a:ext cx="3499186" cy="34480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464758916"/>
      </p:ext>
    </p:extLst>
  </p:cSld>
  <p:clrMapOvr>
    <a:masterClrMapping/>
  </p:clrMapOvr>
  <p:transition spd="med"/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C792E338-5663-41A4-8813-B01FCC2BC69A}"/>
              </a:ext>
            </a:extLst>
          </p:cNvPr>
          <p:cNvSpPr/>
          <p:nvPr/>
        </p:nvSpPr>
        <p:spPr>
          <a:xfrm>
            <a:off x="-127000" y="-25400"/>
            <a:ext cx="24672365" cy="13741400"/>
          </a:xfrm>
          <a:prstGeom prst="rect">
            <a:avLst/>
          </a:prstGeom>
          <a:solidFill>
            <a:srgbClr val="FFFFFF"/>
          </a:soli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ctr" defTabSz="8255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3200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FillTx/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grpSp>
        <p:nvGrpSpPr>
          <p:cNvPr id="6390" name="Сгруппировать"/>
          <p:cNvGrpSpPr/>
          <p:nvPr/>
        </p:nvGrpSpPr>
        <p:grpSpPr>
          <a:xfrm>
            <a:off x="12192000" y="-857250"/>
            <a:ext cx="1524000" cy="857250"/>
            <a:chOff x="0" y="0"/>
            <a:chExt cx="1524000" cy="857250"/>
          </a:xfrm>
        </p:grpSpPr>
        <p:sp>
          <p:nvSpPr>
            <p:cNvPr id="6388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34E234">
                <a:alpha val="50172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6389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6393" name="Сгруппировать"/>
          <p:cNvGrpSpPr/>
          <p:nvPr/>
        </p:nvGrpSpPr>
        <p:grpSpPr>
          <a:xfrm>
            <a:off x="10668000" y="-1714500"/>
            <a:ext cx="1524000" cy="857250"/>
            <a:chOff x="0" y="0"/>
            <a:chExt cx="1524000" cy="857250"/>
          </a:xfrm>
        </p:grpSpPr>
        <p:sp>
          <p:nvSpPr>
            <p:cNvPr id="6391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6392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6396" name="Сгруппировать"/>
          <p:cNvGrpSpPr/>
          <p:nvPr/>
        </p:nvGrpSpPr>
        <p:grpSpPr>
          <a:xfrm>
            <a:off x="13716000" y="-1714500"/>
            <a:ext cx="1524000" cy="857250"/>
            <a:chOff x="0" y="0"/>
            <a:chExt cx="1524000" cy="857250"/>
          </a:xfrm>
        </p:grpSpPr>
        <p:sp>
          <p:nvSpPr>
            <p:cNvPr id="6394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6395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6399" name="Сгруппировать"/>
          <p:cNvGrpSpPr/>
          <p:nvPr/>
        </p:nvGrpSpPr>
        <p:grpSpPr>
          <a:xfrm>
            <a:off x="9144000" y="-857250"/>
            <a:ext cx="1524000" cy="857250"/>
            <a:chOff x="0" y="0"/>
            <a:chExt cx="1524000" cy="857250"/>
          </a:xfrm>
        </p:grpSpPr>
        <p:sp>
          <p:nvSpPr>
            <p:cNvPr id="6397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6398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6402" name="Сгруппировать"/>
          <p:cNvGrpSpPr/>
          <p:nvPr/>
        </p:nvGrpSpPr>
        <p:grpSpPr>
          <a:xfrm>
            <a:off x="7620000" y="-1714500"/>
            <a:ext cx="1524000" cy="857250"/>
            <a:chOff x="0" y="0"/>
            <a:chExt cx="1524000" cy="857250"/>
          </a:xfrm>
        </p:grpSpPr>
        <p:sp>
          <p:nvSpPr>
            <p:cNvPr id="6400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6401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6405" name="Сгруппировать"/>
          <p:cNvGrpSpPr/>
          <p:nvPr/>
        </p:nvGrpSpPr>
        <p:grpSpPr>
          <a:xfrm>
            <a:off x="6096000" y="-857250"/>
            <a:ext cx="1524000" cy="857250"/>
            <a:chOff x="0" y="0"/>
            <a:chExt cx="1524000" cy="857250"/>
          </a:xfrm>
        </p:grpSpPr>
        <p:sp>
          <p:nvSpPr>
            <p:cNvPr id="6403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6404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6408" name="Сгруппировать"/>
          <p:cNvGrpSpPr/>
          <p:nvPr/>
        </p:nvGrpSpPr>
        <p:grpSpPr>
          <a:xfrm>
            <a:off x="4572000" y="-1714500"/>
            <a:ext cx="1524000" cy="857250"/>
            <a:chOff x="0" y="0"/>
            <a:chExt cx="1524000" cy="857250"/>
          </a:xfrm>
        </p:grpSpPr>
        <p:sp>
          <p:nvSpPr>
            <p:cNvPr id="6406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6407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6411" name="Сгруппировать"/>
          <p:cNvGrpSpPr/>
          <p:nvPr/>
        </p:nvGrpSpPr>
        <p:grpSpPr>
          <a:xfrm>
            <a:off x="3048000" y="-857250"/>
            <a:ext cx="1524000" cy="857250"/>
            <a:chOff x="0" y="0"/>
            <a:chExt cx="1524000" cy="857250"/>
          </a:xfrm>
        </p:grpSpPr>
        <p:sp>
          <p:nvSpPr>
            <p:cNvPr id="6409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6410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6414" name="Сгруппировать"/>
          <p:cNvGrpSpPr/>
          <p:nvPr/>
        </p:nvGrpSpPr>
        <p:grpSpPr>
          <a:xfrm>
            <a:off x="1524000" y="-1714500"/>
            <a:ext cx="1524000" cy="857250"/>
            <a:chOff x="0" y="0"/>
            <a:chExt cx="1524000" cy="857250"/>
          </a:xfrm>
        </p:grpSpPr>
        <p:sp>
          <p:nvSpPr>
            <p:cNvPr id="6412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6413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6417" name="Сгруппировать"/>
          <p:cNvGrpSpPr/>
          <p:nvPr/>
        </p:nvGrpSpPr>
        <p:grpSpPr>
          <a:xfrm>
            <a:off x="0" y="-857250"/>
            <a:ext cx="1524001" cy="857250"/>
            <a:chOff x="0" y="0"/>
            <a:chExt cx="1524000" cy="857250"/>
          </a:xfrm>
        </p:grpSpPr>
        <p:sp>
          <p:nvSpPr>
            <p:cNvPr id="6415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6416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6420" name="Сгруппировать"/>
          <p:cNvGrpSpPr/>
          <p:nvPr/>
        </p:nvGrpSpPr>
        <p:grpSpPr>
          <a:xfrm>
            <a:off x="16764000" y="-1714500"/>
            <a:ext cx="1524000" cy="857250"/>
            <a:chOff x="0" y="0"/>
            <a:chExt cx="1524000" cy="857250"/>
          </a:xfrm>
        </p:grpSpPr>
        <p:sp>
          <p:nvSpPr>
            <p:cNvPr id="6418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6419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6423" name="Сгруппировать"/>
          <p:cNvGrpSpPr/>
          <p:nvPr/>
        </p:nvGrpSpPr>
        <p:grpSpPr>
          <a:xfrm>
            <a:off x="15240000" y="-857250"/>
            <a:ext cx="1524000" cy="857250"/>
            <a:chOff x="0" y="0"/>
            <a:chExt cx="1524000" cy="857250"/>
          </a:xfrm>
        </p:grpSpPr>
        <p:sp>
          <p:nvSpPr>
            <p:cNvPr id="6421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6422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6426" name="Сгруппировать"/>
          <p:cNvGrpSpPr/>
          <p:nvPr/>
        </p:nvGrpSpPr>
        <p:grpSpPr>
          <a:xfrm>
            <a:off x="19812000" y="-1714500"/>
            <a:ext cx="1524000" cy="857250"/>
            <a:chOff x="0" y="0"/>
            <a:chExt cx="1524000" cy="857250"/>
          </a:xfrm>
        </p:grpSpPr>
        <p:sp>
          <p:nvSpPr>
            <p:cNvPr id="6424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6425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6429" name="Сгруппировать"/>
          <p:cNvGrpSpPr/>
          <p:nvPr/>
        </p:nvGrpSpPr>
        <p:grpSpPr>
          <a:xfrm>
            <a:off x="18288000" y="-857250"/>
            <a:ext cx="1524000" cy="857250"/>
            <a:chOff x="0" y="0"/>
            <a:chExt cx="1524000" cy="857250"/>
          </a:xfrm>
        </p:grpSpPr>
        <p:sp>
          <p:nvSpPr>
            <p:cNvPr id="6427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6428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6432" name="Сгруппировать"/>
          <p:cNvGrpSpPr/>
          <p:nvPr/>
        </p:nvGrpSpPr>
        <p:grpSpPr>
          <a:xfrm>
            <a:off x="22860000" y="-1714500"/>
            <a:ext cx="1524000" cy="857250"/>
            <a:chOff x="0" y="0"/>
            <a:chExt cx="1524000" cy="857250"/>
          </a:xfrm>
        </p:grpSpPr>
        <p:sp>
          <p:nvSpPr>
            <p:cNvPr id="6430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6431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6435" name="Сгруппировать"/>
          <p:cNvGrpSpPr/>
          <p:nvPr/>
        </p:nvGrpSpPr>
        <p:grpSpPr>
          <a:xfrm>
            <a:off x="21336000" y="-857250"/>
            <a:ext cx="1524000" cy="857250"/>
            <a:chOff x="0" y="0"/>
            <a:chExt cx="1524000" cy="857250"/>
          </a:xfrm>
        </p:grpSpPr>
        <p:sp>
          <p:nvSpPr>
            <p:cNvPr id="6433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6434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6438" name="Сгруппировать"/>
          <p:cNvGrpSpPr/>
          <p:nvPr/>
        </p:nvGrpSpPr>
        <p:grpSpPr>
          <a:xfrm>
            <a:off x="-1524000" y="0"/>
            <a:ext cx="1524000" cy="857251"/>
            <a:chOff x="0" y="0"/>
            <a:chExt cx="1524000" cy="857250"/>
          </a:xfrm>
        </p:grpSpPr>
        <p:sp>
          <p:nvSpPr>
            <p:cNvPr id="6436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6437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6441" name="Сгруппировать"/>
          <p:cNvGrpSpPr/>
          <p:nvPr/>
        </p:nvGrpSpPr>
        <p:grpSpPr>
          <a:xfrm>
            <a:off x="-1524000" y="12858750"/>
            <a:ext cx="1524000" cy="857250"/>
            <a:chOff x="0" y="0"/>
            <a:chExt cx="1524000" cy="857250"/>
          </a:xfrm>
        </p:grpSpPr>
        <p:sp>
          <p:nvSpPr>
            <p:cNvPr id="6439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6440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6444" name="Сгруппировать"/>
          <p:cNvGrpSpPr/>
          <p:nvPr/>
        </p:nvGrpSpPr>
        <p:grpSpPr>
          <a:xfrm>
            <a:off x="-1651000" y="12001500"/>
            <a:ext cx="1524000" cy="857250"/>
            <a:chOff x="0" y="0"/>
            <a:chExt cx="1524000" cy="857250"/>
          </a:xfrm>
        </p:grpSpPr>
        <p:sp>
          <p:nvSpPr>
            <p:cNvPr id="6442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6443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sp>
        <p:nvSpPr>
          <p:cNvPr id="63" name="Text 1">
            <a:extLst>
              <a:ext uri="{FF2B5EF4-FFF2-40B4-BE49-F238E27FC236}">
                <a16:creationId xmlns:a16="http://schemas.microsoft.com/office/drawing/2014/main" id="{79AB2086-D555-48BF-8A7C-96857B49D633}"/>
              </a:ext>
            </a:extLst>
          </p:cNvPr>
          <p:cNvSpPr/>
          <p:nvPr/>
        </p:nvSpPr>
        <p:spPr>
          <a:xfrm>
            <a:off x="1356966" y="1105917"/>
            <a:ext cx="21203588" cy="22694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93000"/>
              </a:lnSpc>
            </a:pPr>
            <a:r>
              <a:rPr lang="ru-RU" sz="9600" b="1" dirty="0">
                <a:solidFill>
                  <a:srgbClr val="000000"/>
                </a:solidFill>
                <a:latin typeface="SB Sans Display Semibold" panose="020B0503040504020204" pitchFamily="34" charset="0"/>
                <a:cs typeface="SB Sans Display Semibold" panose="020B0503040504020204" pitchFamily="34" charset="0"/>
              </a:rPr>
              <a:t>Запуск веб-приложения</a:t>
            </a:r>
            <a:endParaRPr lang="en-US" sz="9600" b="1" dirty="0">
              <a:solidFill>
                <a:srgbClr val="000000"/>
              </a:solidFill>
              <a:latin typeface="SB Sans Display Semibold" panose="020B0503040504020204" pitchFamily="34" charset="0"/>
              <a:cs typeface="SB Sans Display Semibold" panose="020B0503040504020204" pitchFamily="34" charset="0"/>
            </a:endParaRPr>
          </a:p>
          <a:p>
            <a:pPr>
              <a:lnSpc>
                <a:spcPct val="93000"/>
              </a:lnSpc>
            </a:pPr>
            <a:r>
              <a:rPr lang="en-US" sz="6600" b="1" dirty="0">
                <a:solidFill>
                  <a:srgbClr val="000000"/>
                </a:solidFill>
                <a:latin typeface="SB Sans Display Semibold" panose="020B0503040504020204" pitchFamily="34" charset="0"/>
                <a:cs typeface="SB Sans Display Semibold" panose="020B0503040504020204" pitchFamily="34" charset="0"/>
              </a:rPr>
              <a:t>Spring Boot</a:t>
            </a:r>
            <a:endParaRPr lang="ru-RU" sz="6600" b="1" dirty="0">
              <a:solidFill>
                <a:srgbClr val="000000"/>
              </a:solidFill>
              <a:latin typeface="SB Sans Display Semibold" panose="020B0503040504020204" pitchFamily="34" charset="0"/>
              <a:cs typeface="SB Sans Display Semibold" panose="020B05030405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57298071"/>
      </p:ext>
    </p:extLst>
  </p:cSld>
  <p:clrMapOvr>
    <a:masterClrMapping/>
  </p:clrMapOvr>
  <p:transition spd="med"/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C792E338-5663-41A4-8813-B01FCC2BC69A}"/>
              </a:ext>
            </a:extLst>
          </p:cNvPr>
          <p:cNvSpPr/>
          <p:nvPr/>
        </p:nvSpPr>
        <p:spPr>
          <a:xfrm>
            <a:off x="-127000" y="-25400"/>
            <a:ext cx="24672365" cy="13741400"/>
          </a:xfrm>
          <a:prstGeom prst="rect">
            <a:avLst/>
          </a:prstGeom>
          <a:solidFill>
            <a:srgbClr val="FFFFFF"/>
          </a:soli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ctr" defTabSz="8255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3200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FillTx/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grpSp>
        <p:nvGrpSpPr>
          <p:cNvPr id="6390" name="Сгруппировать"/>
          <p:cNvGrpSpPr/>
          <p:nvPr/>
        </p:nvGrpSpPr>
        <p:grpSpPr>
          <a:xfrm>
            <a:off x="12192000" y="-857250"/>
            <a:ext cx="1524000" cy="857250"/>
            <a:chOff x="0" y="0"/>
            <a:chExt cx="1524000" cy="857250"/>
          </a:xfrm>
        </p:grpSpPr>
        <p:sp>
          <p:nvSpPr>
            <p:cNvPr id="6388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34E234">
                <a:alpha val="50172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6389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6393" name="Сгруппировать"/>
          <p:cNvGrpSpPr/>
          <p:nvPr/>
        </p:nvGrpSpPr>
        <p:grpSpPr>
          <a:xfrm>
            <a:off x="10668000" y="-1714500"/>
            <a:ext cx="1524000" cy="857250"/>
            <a:chOff x="0" y="0"/>
            <a:chExt cx="1524000" cy="857250"/>
          </a:xfrm>
        </p:grpSpPr>
        <p:sp>
          <p:nvSpPr>
            <p:cNvPr id="6391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6392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6396" name="Сгруппировать"/>
          <p:cNvGrpSpPr/>
          <p:nvPr/>
        </p:nvGrpSpPr>
        <p:grpSpPr>
          <a:xfrm>
            <a:off x="13716000" y="-1714500"/>
            <a:ext cx="1524000" cy="857250"/>
            <a:chOff x="0" y="0"/>
            <a:chExt cx="1524000" cy="857250"/>
          </a:xfrm>
        </p:grpSpPr>
        <p:sp>
          <p:nvSpPr>
            <p:cNvPr id="6394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6395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6399" name="Сгруппировать"/>
          <p:cNvGrpSpPr/>
          <p:nvPr/>
        </p:nvGrpSpPr>
        <p:grpSpPr>
          <a:xfrm>
            <a:off x="9144000" y="-857250"/>
            <a:ext cx="1524000" cy="857250"/>
            <a:chOff x="0" y="0"/>
            <a:chExt cx="1524000" cy="857250"/>
          </a:xfrm>
        </p:grpSpPr>
        <p:sp>
          <p:nvSpPr>
            <p:cNvPr id="6397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6398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6402" name="Сгруппировать"/>
          <p:cNvGrpSpPr/>
          <p:nvPr/>
        </p:nvGrpSpPr>
        <p:grpSpPr>
          <a:xfrm>
            <a:off x="7620000" y="-1714500"/>
            <a:ext cx="1524000" cy="857250"/>
            <a:chOff x="0" y="0"/>
            <a:chExt cx="1524000" cy="857250"/>
          </a:xfrm>
        </p:grpSpPr>
        <p:sp>
          <p:nvSpPr>
            <p:cNvPr id="6400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6401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6405" name="Сгруппировать"/>
          <p:cNvGrpSpPr/>
          <p:nvPr/>
        </p:nvGrpSpPr>
        <p:grpSpPr>
          <a:xfrm>
            <a:off x="6096000" y="-857250"/>
            <a:ext cx="1524000" cy="857250"/>
            <a:chOff x="0" y="0"/>
            <a:chExt cx="1524000" cy="857250"/>
          </a:xfrm>
        </p:grpSpPr>
        <p:sp>
          <p:nvSpPr>
            <p:cNvPr id="6403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6404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6408" name="Сгруппировать"/>
          <p:cNvGrpSpPr/>
          <p:nvPr/>
        </p:nvGrpSpPr>
        <p:grpSpPr>
          <a:xfrm>
            <a:off x="4572000" y="-1714500"/>
            <a:ext cx="1524000" cy="857250"/>
            <a:chOff x="0" y="0"/>
            <a:chExt cx="1524000" cy="857250"/>
          </a:xfrm>
        </p:grpSpPr>
        <p:sp>
          <p:nvSpPr>
            <p:cNvPr id="6406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6407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6411" name="Сгруппировать"/>
          <p:cNvGrpSpPr/>
          <p:nvPr/>
        </p:nvGrpSpPr>
        <p:grpSpPr>
          <a:xfrm>
            <a:off x="3048000" y="-857250"/>
            <a:ext cx="1524000" cy="857250"/>
            <a:chOff x="0" y="0"/>
            <a:chExt cx="1524000" cy="857250"/>
          </a:xfrm>
        </p:grpSpPr>
        <p:sp>
          <p:nvSpPr>
            <p:cNvPr id="6409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6410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6414" name="Сгруппировать"/>
          <p:cNvGrpSpPr/>
          <p:nvPr/>
        </p:nvGrpSpPr>
        <p:grpSpPr>
          <a:xfrm>
            <a:off x="1524000" y="-1714500"/>
            <a:ext cx="1524000" cy="857250"/>
            <a:chOff x="0" y="0"/>
            <a:chExt cx="1524000" cy="857250"/>
          </a:xfrm>
        </p:grpSpPr>
        <p:sp>
          <p:nvSpPr>
            <p:cNvPr id="6412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6413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6417" name="Сгруппировать"/>
          <p:cNvGrpSpPr/>
          <p:nvPr/>
        </p:nvGrpSpPr>
        <p:grpSpPr>
          <a:xfrm>
            <a:off x="0" y="-857250"/>
            <a:ext cx="1524001" cy="857250"/>
            <a:chOff x="0" y="0"/>
            <a:chExt cx="1524000" cy="857250"/>
          </a:xfrm>
        </p:grpSpPr>
        <p:sp>
          <p:nvSpPr>
            <p:cNvPr id="6415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6416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6420" name="Сгруппировать"/>
          <p:cNvGrpSpPr/>
          <p:nvPr/>
        </p:nvGrpSpPr>
        <p:grpSpPr>
          <a:xfrm>
            <a:off x="16764000" y="-1714500"/>
            <a:ext cx="1524000" cy="857250"/>
            <a:chOff x="0" y="0"/>
            <a:chExt cx="1524000" cy="857250"/>
          </a:xfrm>
        </p:grpSpPr>
        <p:sp>
          <p:nvSpPr>
            <p:cNvPr id="6418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6419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6423" name="Сгруппировать"/>
          <p:cNvGrpSpPr/>
          <p:nvPr/>
        </p:nvGrpSpPr>
        <p:grpSpPr>
          <a:xfrm>
            <a:off x="15240000" y="-857250"/>
            <a:ext cx="1524000" cy="857250"/>
            <a:chOff x="0" y="0"/>
            <a:chExt cx="1524000" cy="857250"/>
          </a:xfrm>
        </p:grpSpPr>
        <p:sp>
          <p:nvSpPr>
            <p:cNvPr id="6421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6422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6426" name="Сгруппировать"/>
          <p:cNvGrpSpPr/>
          <p:nvPr/>
        </p:nvGrpSpPr>
        <p:grpSpPr>
          <a:xfrm>
            <a:off x="19812000" y="-1714500"/>
            <a:ext cx="1524000" cy="857250"/>
            <a:chOff x="0" y="0"/>
            <a:chExt cx="1524000" cy="857250"/>
          </a:xfrm>
        </p:grpSpPr>
        <p:sp>
          <p:nvSpPr>
            <p:cNvPr id="6424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6425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6429" name="Сгруппировать"/>
          <p:cNvGrpSpPr/>
          <p:nvPr/>
        </p:nvGrpSpPr>
        <p:grpSpPr>
          <a:xfrm>
            <a:off x="18288000" y="-857250"/>
            <a:ext cx="1524000" cy="857250"/>
            <a:chOff x="0" y="0"/>
            <a:chExt cx="1524000" cy="857250"/>
          </a:xfrm>
        </p:grpSpPr>
        <p:sp>
          <p:nvSpPr>
            <p:cNvPr id="6427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6428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6432" name="Сгруппировать"/>
          <p:cNvGrpSpPr/>
          <p:nvPr/>
        </p:nvGrpSpPr>
        <p:grpSpPr>
          <a:xfrm>
            <a:off x="22860000" y="-1714500"/>
            <a:ext cx="1524000" cy="857250"/>
            <a:chOff x="0" y="0"/>
            <a:chExt cx="1524000" cy="857250"/>
          </a:xfrm>
        </p:grpSpPr>
        <p:sp>
          <p:nvSpPr>
            <p:cNvPr id="6430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6431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6435" name="Сгруппировать"/>
          <p:cNvGrpSpPr/>
          <p:nvPr/>
        </p:nvGrpSpPr>
        <p:grpSpPr>
          <a:xfrm>
            <a:off x="21336000" y="-857250"/>
            <a:ext cx="1524000" cy="857250"/>
            <a:chOff x="0" y="0"/>
            <a:chExt cx="1524000" cy="857250"/>
          </a:xfrm>
        </p:grpSpPr>
        <p:sp>
          <p:nvSpPr>
            <p:cNvPr id="6433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6434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6438" name="Сгруппировать"/>
          <p:cNvGrpSpPr/>
          <p:nvPr/>
        </p:nvGrpSpPr>
        <p:grpSpPr>
          <a:xfrm>
            <a:off x="-1524000" y="0"/>
            <a:ext cx="1524000" cy="857251"/>
            <a:chOff x="0" y="0"/>
            <a:chExt cx="1524000" cy="857250"/>
          </a:xfrm>
        </p:grpSpPr>
        <p:sp>
          <p:nvSpPr>
            <p:cNvPr id="6436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6437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6441" name="Сгруппировать"/>
          <p:cNvGrpSpPr/>
          <p:nvPr/>
        </p:nvGrpSpPr>
        <p:grpSpPr>
          <a:xfrm>
            <a:off x="-1524000" y="12858750"/>
            <a:ext cx="1524000" cy="857250"/>
            <a:chOff x="0" y="0"/>
            <a:chExt cx="1524000" cy="857250"/>
          </a:xfrm>
        </p:grpSpPr>
        <p:sp>
          <p:nvSpPr>
            <p:cNvPr id="6439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6440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6444" name="Сгруппировать"/>
          <p:cNvGrpSpPr/>
          <p:nvPr/>
        </p:nvGrpSpPr>
        <p:grpSpPr>
          <a:xfrm>
            <a:off x="-1651000" y="12001500"/>
            <a:ext cx="1524000" cy="857250"/>
            <a:chOff x="0" y="0"/>
            <a:chExt cx="1524000" cy="857250"/>
          </a:xfrm>
        </p:grpSpPr>
        <p:sp>
          <p:nvSpPr>
            <p:cNvPr id="6442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6443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sp>
        <p:nvSpPr>
          <p:cNvPr id="63" name="Text 1">
            <a:extLst>
              <a:ext uri="{FF2B5EF4-FFF2-40B4-BE49-F238E27FC236}">
                <a16:creationId xmlns:a16="http://schemas.microsoft.com/office/drawing/2014/main" id="{79AB2086-D555-48BF-8A7C-96857B49D633}"/>
              </a:ext>
            </a:extLst>
          </p:cNvPr>
          <p:cNvSpPr/>
          <p:nvPr/>
        </p:nvSpPr>
        <p:spPr>
          <a:xfrm>
            <a:off x="1356966" y="1105917"/>
            <a:ext cx="21203588" cy="22694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93000"/>
              </a:lnSpc>
            </a:pPr>
            <a:r>
              <a:rPr lang="ru-RU" sz="9600" b="1" dirty="0">
                <a:solidFill>
                  <a:srgbClr val="000000"/>
                </a:solidFill>
                <a:latin typeface="SB Sans Display Semibold" panose="020B0503040504020204" pitchFamily="34" charset="0"/>
                <a:cs typeface="SB Sans Display Semibold" panose="020B0503040504020204" pitchFamily="34" charset="0"/>
              </a:rPr>
              <a:t>Запуск веб-приложения</a:t>
            </a:r>
            <a:endParaRPr lang="en-US" sz="9600" b="1" dirty="0">
              <a:solidFill>
                <a:srgbClr val="000000"/>
              </a:solidFill>
              <a:latin typeface="SB Sans Display Semibold" panose="020B0503040504020204" pitchFamily="34" charset="0"/>
              <a:cs typeface="SB Sans Display Semibold" panose="020B0503040504020204" pitchFamily="34" charset="0"/>
            </a:endParaRPr>
          </a:p>
          <a:p>
            <a:pPr>
              <a:lnSpc>
                <a:spcPct val="93000"/>
              </a:lnSpc>
            </a:pPr>
            <a:r>
              <a:rPr lang="en-US" sz="6600" b="1" dirty="0">
                <a:solidFill>
                  <a:srgbClr val="000000"/>
                </a:solidFill>
                <a:latin typeface="SB Sans Display Semibold" panose="020B0503040504020204" pitchFamily="34" charset="0"/>
                <a:cs typeface="SB Sans Display Semibold" panose="020B0503040504020204" pitchFamily="34" charset="0"/>
              </a:rPr>
              <a:t>Spring Boot</a:t>
            </a:r>
            <a:endParaRPr lang="ru-RU" sz="6600" b="1" dirty="0">
              <a:solidFill>
                <a:srgbClr val="000000"/>
              </a:solidFill>
              <a:latin typeface="SB Sans Display Semibold" panose="020B0503040504020204" pitchFamily="34" charset="0"/>
              <a:cs typeface="SB Sans Display Semibold" panose="020B0503040504020204" pitchFamily="34" charset="0"/>
            </a:endParaRPr>
          </a:p>
          <a:p>
            <a:pPr>
              <a:lnSpc>
                <a:spcPct val="93000"/>
              </a:lnSpc>
            </a:pPr>
            <a:endParaRPr lang="ru-RU" sz="6600" b="1" dirty="0">
              <a:solidFill>
                <a:srgbClr val="000000"/>
              </a:solidFill>
              <a:latin typeface="SB Sans Display Semibold" panose="020B0503040504020204" pitchFamily="34" charset="0"/>
              <a:cs typeface="SB Sans Display Semibold" panose="020B0503040504020204" pitchFamily="34" charset="0"/>
            </a:endParaRP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3C678CC1-FF54-4265-BF38-A8A37809601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0" y="3365677"/>
            <a:ext cx="13318315" cy="9921698"/>
          </a:xfrm>
          <a:prstGeom prst="rect">
            <a:avLst/>
          </a:prstGeom>
        </p:spPr>
      </p:pic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58AA26D6-130D-4618-BE67-97261894057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86372" y="3427716"/>
            <a:ext cx="5688211" cy="4228136"/>
          </a:xfrm>
          <a:prstGeom prst="rect">
            <a:avLst/>
          </a:prstGeom>
        </p:spPr>
      </p:pic>
      <p:sp>
        <p:nvSpPr>
          <p:cNvPr id="64" name="Прямоугольник 63">
            <a:extLst>
              <a:ext uri="{FF2B5EF4-FFF2-40B4-BE49-F238E27FC236}">
                <a16:creationId xmlns:a16="http://schemas.microsoft.com/office/drawing/2014/main" id="{187FA0F5-2976-4EEA-82AE-29F0B70CDCA0}"/>
              </a:ext>
            </a:extLst>
          </p:cNvPr>
          <p:cNvSpPr/>
          <p:nvPr/>
        </p:nvSpPr>
        <p:spPr>
          <a:xfrm>
            <a:off x="9302802" y="3365677"/>
            <a:ext cx="8817247" cy="5356355"/>
          </a:xfrm>
          <a:prstGeom prst="rect">
            <a:avLst/>
          </a:prstGeom>
          <a:solidFill>
            <a:srgbClr val="FFFFFF"/>
          </a:soli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ctr" defTabSz="8255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3200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FillTx/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65" name="Прямоугольник 64">
            <a:extLst>
              <a:ext uri="{FF2B5EF4-FFF2-40B4-BE49-F238E27FC236}">
                <a16:creationId xmlns:a16="http://schemas.microsoft.com/office/drawing/2014/main" id="{84E7FB4F-14DD-49B4-A08D-4916FD2FA78C}"/>
              </a:ext>
            </a:extLst>
          </p:cNvPr>
          <p:cNvSpPr/>
          <p:nvPr/>
        </p:nvSpPr>
        <p:spPr>
          <a:xfrm>
            <a:off x="4195679" y="8282916"/>
            <a:ext cx="9433450" cy="5356355"/>
          </a:xfrm>
          <a:prstGeom prst="rect">
            <a:avLst/>
          </a:prstGeom>
          <a:solidFill>
            <a:srgbClr val="FFFFFF"/>
          </a:soli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ctr" defTabSz="8255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3200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FillTx/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</p:spTree>
    <p:extLst>
      <p:ext uri="{BB962C8B-B14F-4D97-AF65-F5344CB8AC3E}">
        <p14:creationId xmlns:p14="http://schemas.microsoft.com/office/powerpoint/2010/main" val="1009091484"/>
      </p:ext>
    </p:extLst>
  </p:cSld>
  <p:clrMapOvr>
    <a:masterClrMapping/>
  </p:clrMapOvr>
  <p:transition spd="med"/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C792E338-5663-41A4-8813-B01FCC2BC69A}"/>
              </a:ext>
            </a:extLst>
          </p:cNvPr>
          <p:cNvSpPr/>
          <p:nvPr/>
        </p:nvSpPr>
        <p:spPr>
          <a:xfrm>
            <a:off x="-127000" y="-25400"/>
            <a:ext cx="24672365" cy="13741400"/>
          </a:xfrm>
          <a:prstGeom prst="rect">
            <a:avLst/>
          </a:prstGeom>
          <a:solidFill>
            <a:srgbClr val="FFFFFF"/>
          </a:soli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ctr" defTabSz="8255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3200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FillTx/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grpSp>
        <p:nvGrpSpPr>
          <p:cNvPr id="6390" name="Сгруппировать"/>
          <p:cNvGrpSpPr/>
          <p:nvPr/>
        </p:nvGrpSpPr>
        <p:grpSpPr>
          <a:xfrm>
            <a:off x="12192000" y="-857250"/>
            <a:ext cx="1524000" cy="857250"/>
            <a:chOff x="0" y="0"/>
            <a:chExt cx="1524000" cy="857250"/>
          </a:xfrm>
        </p:grpSpPr>
        <p:sp>
          <p:nvSpPr>
            <p:cNvPr id="6388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34E234">
                <a:alpha val="50172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6389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6393" name="Сгруппировать"/>
          <p:cNvGrpSpPr/>
          <p:nvPr/>
        </p:nvGrpSpPr>
        <p:grpSpPr>
          <a:xfrm>
            <a:off x="10668000" y="-1714500"/>
            <a:ext cx="1524000" cy="857250"/>
            <a:chOff x="0" y="0"/>
            <a:chExt cx="1524000" cy="857250"/>
          </a:xfrm>
        </p:grpSpPr>
        <p:sp>
          <p:nvSpPr>
            <p:cNvPr id="6391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6392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6396" name="Сгруппировать"/>
          <p:cNvGrpSpPr/>
          <p:nvPr/>
        </p:nvGrpSpPr>
        <p:grpSpPr>
          <a:xfrm>
            <a:off x="13716000" y="-1714500"/>
            <a:ext cx="1524000" cy="857250"/>
            <a:chOff x="0" y="0"/>
            <a:chExt cx="1524000" cy="857250"/>
          </a:xfrm>
        </p:grpSpPr>
        <p:sp>
          <p:nvSpPr>
            <p:cNvPr id="6394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6395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6399" name="Сгруппировать"/>
          <p:cNvGrpSpPr/>
          <p:nvPr/>
        </p:nvGrpSpPr>
        <p:grpSpPr>
          <a:xfrm>
            <a:off x="9144000" y="-857250"/>
            <a:ext cx="1524000" cy="857250"/>
            <a:chOff x="0" y="0"/>
            <a:chExt cx="1524000" cy="857250"/>
          </a:xfrm>
        </p:grpSpPr>
        <p:sp>
          <p:nvSpPr>
            <p:cNvPr id="6397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6398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6402" name="Сгруппировать"/>
          <p:cNvGrpSpPr/>
          <p:nvPr/>
        </p:nvGrpSpPr>
        <p:grpSpPr>
          <a:xfrm>
            <a:off x="7620000" y="-1714500"/>
            <a:ext cx="1524000" cy="857250"/>
            <a:chOff x="0" y="0"/>
            <a:chExt cx="1524000" cy="857250"/>
          </a:xfrm>
        </p:grpSpPr>
        <p:sp>
          <p:nvSpPr>
            <p:cNvPr id="6400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6401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6405" name="Сгруппировать"/>
          <p:cNvGrpSpPr/>
          <p:nvPr/>
        </p:nvGrpSpPr>
        <p:grpSpPr>
          <a:xfrm>
            <a:off x="6096000" y="-857250"/>
            <a:ext cx="1524000" cy="857250"/>
            <a:chOff x="0" y="0"/>
            <a:chExt cx="1524000" cy="857250"/>
          </a:xfrm>
        </p:grpSpPr>
        <p:sp>
          <p:nvSpPr>
            <p:cNvPr id="6403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6404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6408" name="Сгруппировать"/>
          <p:cNvGrpSpPr/>
          <p:nvPr/>
        </p:nvGrpSpPr>
        <p:grpSpPr>
          <a:xfrm>
            <a:off x="4572000" y="-1714500"/>
            <a:ext cx="1524000" cy="857250"/>
            <a:chOff x="0" y="0"/>
            <a:chExt cx="1524000" cy="857250"/>
          </a:xfrm>
        </p:grpSpPr>
        <p:sp>
          <p:nvSpPr>
            <p:cNvPr id="6406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6407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6411" name="Сгруппировать"/>
          <p:cNvGrpSpPr/>
          <p:nvPr/>
        </p:nvGrpSpPr>
        <p:grpSpPr>
          <a:xfrm>
            <a:off x="3048000" y="-857250"/>
            <a:ext cx="1524000" cy="857250"/>
            <a:chOff x="0" y="0"/>
            <a:chExt cx="1524000" cy="857250"/>
          </a:xfrm>
        </p:grpSpPr>
        <p:sp>
          <p:nvSpPr>
            <p:cNvPr id="6409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6410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6414" name="Сгруппировать"/>
          <p:cNvGrpSpPr/>
          <p:nvPr/>
        </p:nvGrpSpPr>
        <p:grpSpPr>
          <a:xfrm>
            <a:off x="1524000" y="-1714500"/>
            <a:ext cx="1524000" cy="857250"/>
            <a:chOff x="0" y="0"/>
            <a:chExt cx="1524000" cy="857250"/>
          </a:xfrm>
        </p:grpSpPr>
        <p:sp>
          <p:nvSpPr>
            <p:cNvPr id="6412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6413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6417" name="Сгруппировать"/>
          <p:cNvGrpSpPr/>
          <p:nvPr/>
        </p:nvGrpSpPr>
        <p:grpSpPr>
          <a:xfrm>
            <a:off x="0" y="-857250"/>
            <a:ext cx="1524001" cy="857250"/>
            <a:chOff x="0" y="0"/>
            <a:chExt cx="1524000" cy="857250"/>
          </a:xfrm>
        </p:grpSpPr>
        <p:sp>
          <p:nvSpPr>
            <p:cNvPr id="6415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6416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6420" name="Сгруппировать"/>
          <p:cNvGrpSpPr/>
          <p:nvPr/>
        </p:nvGrpSpPr>
        <p:grpSpPr>
          <a:xfrm>
            <a:off x="16764000" y="-1714500"/>
            <a:ext cx="1524000" cy="857250"/>
            <a:chOff x="0" y="0"/>
            <a:chExt cx="1524000" cy="857250"/>
          </a:xfrm>
        </p:grpSpPr>
        <p:sp>
          <p:nvSpPr>
            <p:cNvPr id="6418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6419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6423" name="Сгруппировать"/>
          <p:cNvGrpSpPr/>
          <p:nvPr/>
        </p:nvGrpSpPr>
        <p:grpSpPr>
          <a:xfrm>
            <a:off x="15240000" y="-857250"/>
            <a:ext cx="1524000" cy="857250"/>
            <a:chOff x="0" y="0"/>
            <a:chExt cx="1524000" cy="857250"/>
          </a:xfrm>
        </p:grpSpPr>
        <p:sp>
          <p:nvSpPr>
            <p:cNvPr id="6421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6422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6426" name="Сгруппировать"/>
          <p:cNvGrpSpPr/>
          <p:nvPr/>
        </p:nvGrpSpPr>
        <p:grpSpPr>
          <a:xfrm>
            <a:off x="19812000" y="-1714500"/>
            <a:ext cx="1524000" cy="857250"/>
            <a:chOff x="0" y="0"/>
            <a:chExt cx="1524000" cy="857250"/>
          </a:xfrm>
        </p:grpSpPr>
        <p:sp>
          <p:nvSpPr>
            <p:cNvPr id="6424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6425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6429" name="Сгруппировать"/>
          <p:cNvGrpSpPr/>
          <p:nvPr/>
        </p:nvGrpSpPr>
        <p:grpSpPr>
          <a:xfrm>
            <a:off x="18288000" y="-857250"/>
            <a:ext cx="1524000" cy="857250"/>
            <a:chOff x="0" y="0"/>
            <a:chExt cx="1524000" cy="857250"/>
          </a:xfrm>
        </p:grpSpPr>
        <p:sp>
          <p:nvSpPr>
            <p:cNvPr id="6427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6428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6432" name="Сгруппировать"/>
          <p:cNvGrpSpPr/>
          <p:nvPr/>
        </p:nvGrpSpPr>
        <p:grpSpPr>
          <a:xfrm>
            <a:off x="22860000" y="-1714500"/>
            <a:ext cx="1524000" cy="857250"/>
            <a:chOff x="0" y="0"/>
            <a:chExt cx="1524000" cy="857250"/>
          </a:xfrm>
        </p:grpSpPr>
        <p:sp>
          <p:nvSpPr>
            <p:cNvPr id="6430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6431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6435" name="Сгруппировать"/>
          <p:cNvGrpSpPr/>
          <p:nvPr/>
        </p:nvGrpSpPr>
        <p:grpSpPr>
          <a:xfrm>
            <a:off x="21336000" y="-857250"/>
            <a:ext cx="1524000" cy="857250"/>
            <a:chOff x="0" y="0"/>
            <a:chExt cx="1524000" cy="857250"/>
          </a:xfrm>
        </p:grpSpPr>
        <p:sp>
          <p:nvSpPr>
            <p:cNvPr id="6433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6434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6438" name="Сгруппировать"/>
          <p:cNvGrpSpPr/>
          <p:nvPr/>
        </p:nvGrpSpPr>
        <p:grpSpPr>
          <a:xfrm>
            <a:off x="-1524000" y="0"/>
            <a:ext cx="1524000" cy="857251"/>
            <a:chOff x="0" y="0"/>
            <a:chExt cx="1524000" cy="857250"/>
          </a:xfrm>
        </p:grpSpPr>
        <p:sp>
          <p:nvSpPr>
            <p:cNvPr id="6436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6437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6441" name="Сгруппировать"/>
          <p:cNvGrpSpPr/>
          <p:nvPr/>
        </p:nvGrpSpPr>
        <p:grpSpPr>
          <a:xfrm>
            <a:off x="-1524000" y="12858750"/>
            <a:ext cx="1524000" cy="857250"/>
            <a:chOff x="0" y="0"/>
            <a:chExt cx="1524000" cy="857250"/>
          </a:xfrm>
        </p:grpSpPr>
        <p:sp>
          <p:nvSpPr>
            <p:cNvPr id="6439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6440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6444" name="Сгруппировать"/>
          <p:cNvGrpSpPr/>
          <p:nvPr/>
        </p:nvGrpSpPr>
        <p:grpSpPr>
          <a:xfrm>
            <a:off x="-1651000" y="12001500"/>
            <a:ext cx="1524000" cy="857250"/>
            <a:chOff x="0" y="0"/>
            <a:chExt cx="1524000" cy="857250"/>
          </a:xfrm>
        </p:grpSpPr>
        <p:sp>
          <p:nvSpPr>
            <p:cNvPr id="6442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6443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sp>
        <p:nvSpPr>
          <p:cNvPr id="63" name="Text 1">
            <a:extLst>
              <a:ext uri="{FF2B5EF4-FFF2-40B4-BE49-F238E27FC236}">
                <a16:creationId xmlns:a16="http://schemas.microsoft.com/office/drawing/2014/main" id="{79AB2086-D555-48BF-8A7C-96857B49D633}"/>
              </a:ext>
            </a:extLst>
          </p:cNvPr>
          <p:cNvSpPr/>
          <p:nvPr/>
        </p:nvSpPr>
        <p:spPr>
          <a:xfrm>
            <a:off x="1356966" y="1105917"/>
            <a:ext cx="21203588" cy="22694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93000"/>
              </a:lnSpc>
            </a:pPr>
            <a:r>
              <a:rPr lang="ru-RU" sz="9600" b="1" dirty="0">
                <a:solidFill>
                  <a:srgbClr val="000000"/>
                </a:solidFill>
                <a:latin typeface="SB Sans Display Semibold" panose="020B0503040504020204" pitchFamily="34" charset="0"/>
                <a:cs typeface="SB Sans Display Semibold" panose="020B0503040504020204" pitchFamily="34" charset="0"/>
              </a:rPr>
              <a:t>Запуск веб-приложения</a:t>
            </a:r>
            <a:endParaRPr lang="en-US" sz="9600" b="1" dirty="0">
              <a:solidFill>
                <a:srgbClr val="000000"/>
              </a:solidFill>
              <a:latin typeface="SB Sans Display Semibold" panose="020B0503040504020204" pitchFamily="34" charset="0"/>
              <a:cs typeface="SB Sans Display Semibold" panose="020B0503040504020204" pitchFamily="34" charset="0"/>
            </a:endParaRPr>
          </a:p>
          <a:p>
            <a:pPr>
              <a:lnSpc>
                <a:spcPct val="93000"/>
              </a:lnSpc>
            </a:pPr>
            <a:r>
              <a:rPr lang="en-US" sz="6600" b="1" dirty="0">
                <a:solidFill>
                  <a:srgbClr val="000000"/>
                </a:solidFill>
                <a:latin typeface="SB Sans Display Semibold" panose="020B0503040504020204" pitchFamily="34" charset="0"/>
                <a:cs typeface="SB Sans Display Semibold" panose="020B0503040504020204" pitchFamily="34" charset="0"/>
              </a:rPr>
              <a:t>Spring Boot</a:t>
            </a:r>
            <a:endParaRPr lang="ru-RU" sz="6600" b="1" dirty="0">
              <a:solidFill>
                <a:srgbClr val="000000"/>
              </a:solidFill>
              <a:latin typeface="SB Sans Display Semibold" panose="020B0503040504020204" pitchFamily="34" charset="0"/>
              <a:cs typeface="SB Sans Display Semibold" panose="020B0503040504020204" pitchFamily="34" charset="0"/>
            </a:endParaRP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5EE230CA-0988-4B58-9392-FF3FB729133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86000" y="3375329"/>
            <a:ext cx="19715901" cy="89303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6411102"/>
      </p:ext>
    </p:extLst>
  </p:cSld>
  <p:clrMapOvr>
    <a:masterClrMapping/>
  </p:clrMapOvr>
  <p:transition spd="med"/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C792E338-5663-41A4-8813-B01FCC2BC69A}"/>
              </a:ext>
            </a:extLst>
          </p:cNvPr>
          <p:cNvSpPr/>
          <p:nvPr/>
        </p:nvSpPr>
        <p:spPr>
          <a:xfrm>
            <a:off x="-127000" y="-25400"/>
            <a:ext cx="24672365" cy="13741400"/>
          </a:xfrm>
          <a:prstGeom prst="rect">
            <a:avLst/>
          </a:prstGeom>
          <a:solidFill>
            <a:srgbClr val="FFFFFF"/>
          </a:soli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ctr" defTabSz="8255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3200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FillTx/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grpSp>
        <p:nvGrpSpPr>
          <p:cNvPr id="6390" name="Сгруппировать"/>
          <p:cNvGrpSpPr/>
          <p:nvPr/>
        </p:nvGrpSpPr>
        <p:grpSpPr>
          <a:xfrm>
            <a:off x="12192000" y="-857250"/>
            <a:ext cx="1524000" cy="857250"/>
            <a:chOff x="0" y="0"/>
            <a:chExt cx="1524000" cy="857250"/>
          </a:xfrm>
        </p:grpSpPr>
        <p:sp>
          <p:nvSpPr>
            <p:cNvPr id="6388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34E234">
                <a:alpha val="50172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6389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6393" name="Сгруппировать"/>
          <p:cNvGrpSpPr/>
          <p:nvPr/>
        </p:nvGrpSpPr>
        <p:grpSpPr>
          <a:xfrm>
            <a:off x="10668000" y="-1714500"/>
            <a:ext cx="1524000" cy="857250"/>
            <a:chOff x="0" y="0"/>
            <a:chExt cx="1524000" cy="857250"/>
          </a:xfrm>
        </p:grpSpPr>
        <p:sp>
          <p:nvSpPr>
            <p:cNvPr id="6391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6392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6396" name="Сгруппировать"/>
          <p:cNvGrpSpPr/>
          <p:nvPr/>
        </p:nvGrpSpPr>
        <p:grpSpPr>
          <a:xfrm>
            <a:off x="13716000" y="-1714500"/>
            <a:ext cx="1524000" cy="857250"/>
            <a:chOff x="0" y="0"/>
            <a:chExt cx="1524000" cy="857250"/>
          </a:xfrm>
        </p:grpSpPr>
        <p:sp>
          <p:nvSpPr>
            <p:cNvPr id="6394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6395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6399" name="Сгруппировать"/>
          <p:cNvGrpSpPr/>
          <p:nvPr/>
        </p:nvGrpSpPr>
        <p:grpSpPr>
          <a:xfrm>
            <a:off x="9144000" y="-857250"/>
            <a:ext cx="1524000" cy="857250"/>
            <a:chOff x="0" y="0"/>
            <a:chExt cx="1524000" cy="857250"/>
          </a:xfrm>
        </p:grpSpPr>
        <p:sp>
          <p:nvSpPr>
            <p:cNvPr id="6397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6398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6402" name="Сгруппировать"/>
          <p:cNvGrpSpPr/>
          <p:nvPr/>
        </p:nvGrpSpPr>
        <p:grpSpPr>
          <a:xfrm>
            <a:off x="7620000" y="-1714500"/>
            <a:ext cx="1524000" cy="857250"/>
            <a:chOff x="0" y="0"/>
            <a:chExt cx="1524000" cy="857250"/>
          </a:xfrm>
        </p:grpSpPr>
        <p:sp>
          <p:nvSpPr>
            <p:cNvPr id="6400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6401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6405" name="Сгруппировать"/>
          <p:cNvGrpSpPr/>
          <p:nvPr/>
        </p:nvGrpSpPr>
        <p:grpSpPr>
          <a:xfrm>
            <a:off x="6096000" y="-857250"/>
            <a:ext cx="1524000" cy="857250"/>
            <a:chOff x="0" y="0"/>
            <a:chExt cx="1524000" cy="857250"/>
          </a:xfrm>
        </p:grpSpPr>
        <p:sp>
          <p:nvSpPr>
            <p:cNvPr id="6403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6404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6408" name="Сгруппировать"/>
          <p:cNvGrpSpPr/>
          <p:nvPr/>
        </p:nvGrpSpPr>
        <p:grpSpPr>
          <a:xfrm>
            <a:off x="4572000" y="-1714500"/>
            <a:ext cx="1524000" cy="857250"/>
            <a:chOff x="0" y="0"/>
            <a:chExt cx="1524000" cy="857250"/>
          </a:xfrm>
        </p:grpSpPr>
        <p:sp>
          <p:nvSpPr>
            <p:cNvPr id="6406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6407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6411" name="Сгруппировать"/>
          <p:cNvGrpSpPr/>
          <p:nvPr/>
        </p:nvGrpSpPr>
        <p:grpSpPr>
          <a:xfrm>
            <a:off x="3048000" y="-857250"/>
            <a:ext cx="1524000" cy="857250"/>
            <a:chOff x="0" y="0"/>
            <a:chExt cx="1524000" cy="857250"/>
          </a:xfrm>
        </p:grpSpPr>
        <p:sp>
          <p:nvSpPr>
            <p:cNvPr id="6409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6410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6414" name="Сгруппировать"/>
          <p:cNvGrpSpPr/>
          <p:nvPr/>
        </p:nvGrpSpPr>
        <p:grpSpPr>
          <a:xfrm>
            <a:off x="1524000" y="-1714500"/>
            <a:ext cx="1524000" cy="857250"/>
            <a:chOff x="0" y="0"/>
            <a:chExt cx="1524000" cy="857250"/>
          </a:xfrm>
        </p:grpSpPr>
        <p:sp>
          <p:nvSpPr>
            <p:cNvPr id="6412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6413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6417" name="Сгруппировать"/>
          <p:cNvGrpSpPr/>
          <p:nvPr/>
        </p:nvGrpSpPr>
        <p:grpSpPr>
          <a:xfrm>
            <a:off x="0" y="-857250"/>
            <a:ext cx="1524001" cy="857250"/>
            <a:chOff x="0" y="0"/>
            <a:chExt cx="1524000" cy="857250"/>
          </a:xfrm>
        </p:grpSpPr>
        <p:sp>
          <p:nvSpPr>
            <p:cNvPr id="6415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6416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6420" name="Сгруппировать"/>
          <p:cNvGrpSpPr/>
          <p:nvPr/>
        </p:nvGrpSpPr>
        <p:grpSpPr>
          <a:xfrm>
            <a:off x="16764000" y="-1714500"/>
            <a:ext cx="1524000" cy="857250"/>
            <a:chOff x="0" y="0"/>
            <a:chExt cx="1524000" cy="857250"/>
          </a:xfrm>
        </p:grpSpPr>
        <p:sp>
          <p:nvSpPr>
            <p:cNvPr id="6418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6419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6423" name="Сгруппировать"/>
          <p:cNvGrpSpPr/>
          <p:nvPr/>
        </p:nvGrpSpPr>
        <p:grpSpPr>
          <a:xfrm>
            <a:off x="15240000" y="-857250"/>
            <a:ext cx="1524000" cy="857250"/>
            <a:chOff x="0" y="0"/>
            <a:chExt cx="1524000" cy="857250"/>
          </a:xfrm>
        </p:grpSpPr>
        <p:sp>
          <p:nvSpPr>
            <p:cNvPr id="6421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6422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6426" name="Сгруппировать"/>
          <p:cNvGrpSpPr/>
          <p:nvPr/>
        </p:nvGrpSpPr>
        <p:grpSpPr>
          <a:xfrm>
            <a:off x="19812000" y="-1714500"/>
            <a:ext cx="1524000" cy="857250"/>
            <a:chOff x="0" y="0"/>
            <a:chExt cx="1524000" cy="857250"/>
          </a:xfrm>
        </p:grpSpPr>
        <p:sp>
          <p:nvSpPr>
            <p:cNvPr id="6424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6425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6429" name="Сгруппировать"/>
          <p:cNvGrpSpPr/>
          <p:nvPr/>
        </p:nvGrpSpPr>
        <p:grpSpPr>
          <a:xfrm>
            <a:off x="18288000" y="-857250"/>
            <a:ext cx="1524000" cy="857250"/>
            <a:chOff x="0" y="0"/>
            <a:chExt cx="1524000" cy="857250"/>
          </a:xfrm>
        </p:grpSpPr>
        <p:sp>
          <p:nvSpPr>
            <p:cNvPr id="6427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6428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6432" name="Сгруппировать"/>
          <p:cNvGrpSpPr/>
          <p:nvPr/>
        </p:nvGrpSpPr>
        <p:grpSpPr>
          <a:xfrm>
            <a:off x="22860000" y="-1714500"/>
            <a:ext cx="1524000" cy="857250"/>
            <a:chOff x="0" y="0"/>
            <a:chExt cx="1524000" cy="857250"/>
          </a:xfrm>
        </p:grpSpPr>
        <p:sp>
          <p:nvSpPr>
            <p:cNvPr id="6430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6431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6435" name="Сгруппировать"/>
          <p:cNvGrpSpPr/>
          <p:nvPr/>
        </p:nvGrpSpPr>
        <p:grpSpPr>
          <a:xfrm>
            <a:off x="21336000" y="-857250"/>
            <a:ext cx="1524000" cy="857250"/>
            <a:chOff x="0" y="0"/>
            <a:chExt cx="1524000" cy="857250"/>
          </a:xfrm>
        </p:grpSpPr>
        <p:sp>
          <p:nvSpPr>
            <p:cNvPr id="6433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6434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6438" name="Сгруппировать"/>
          <p:cNvGrpSpPr/>
          <p:nvPr/>
        </p:nvGrpSpPr>
        <p:grpSpPr>
          <a:xfrm>
            <a:off x="-1524000" y="0"/>
            <a:ext cx="1524000" cy="857251"/>
            <a:chOff x="0" y="0"/>
            <a:chExt cx="1524000" cy="857250"/>
          </a:xfrm>
        </p:grpSpPr>
        <p:sp>
          <p:nvSpPr>
            <p:cNvPr id="6436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6437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6441" name="Сгруппировать"/>
          <p:cNvGrpSpPr/>
          <p:nvPr/>
        </p:nvGrpSpPr>
        <p:grpSpPr>
          <a:xfrm>
            <a:off x="-1524000" y="12858750"/>
            <a:ext cx="1524000" cy="857250"/>
            <a:chOff x="0" y="0"/>
            <a:chExt cx="1524000" cy="857250"/>
          </a:xfrm>
        </p:grpSpPr>
        <p:sp>
          <p:nvSpPr>
            <p:cNvPr id="6439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6440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6444" name="Сгруппировать"/>
          <p:cNvGrpSpPr/>
          <p:nvPr/>
        </p:nvGrpSpPr>
        <p:grpSpPr>
          <a:xfrm>
            <a:off x="-1651000" y="12001500"/>
            <a:ext cx="1524000" cy="857250"/>
            <a:chOff x="0" y="0"/>
            <a:chExt cx="1524000" cy="857250"/>
          </a:xfrm>
        </p:grpSpPr>
        <p:sp>
          <p:nvSpPr>
            <p:cNvPr id="6442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6443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sp>
        <p:nvSpPr>
          <p:cNvPr id="63" name="Text 1">
            <a:extLst>
              <a:ext uri="{FF2B5EF4-FFF2-40B4-BE49-F238E27FC236}">
                <a16:creationId xmlns:a16="http://schemas.microsoft.com/office/drawing/2014/main" id="{79AB2086-D555-48BF-8A7C-96857B49D633}"/>
              </a:ext>
            </a:extLst>
          </p:cNvPr>
          <p:cNvSpPr/>
          <p:nvPr/>
        </p:nvSpPr>
        <p:spPr>
          <a:xfrm>
            <a:off x="1356966" y="1105917"/>
            <a:ext cx="21203588" cy="22694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93000"/>
              </a:lnSpc>
            </a:pPr>
            <a:r>
              <a:rPr lang="ru-RU" sz="9600" b="1" dirty="0">
                <a:solidFill>
                  <a:srgbClr val="000000"/>
                </a:solidFill>
                <a:latin typeface="SB Sans Display Semibold" panose="020B0503040504020204" pitchFamily="34" charset="0"/>
                <a:cs typeface="SB Sans Display Semibold" panose="020B0503040504020204" pitchFamily="34" charset="0"/>
              </a:rPr>
              <a:t>Запуск веб-приложения</a:t>
            </a:r>
            <a:endParaRPr lang="en-US" sz="9600" b="1" dirty="0">
              <a:solidFill>
                <a:srgbClr val="000000"/>
              </a:solidFill>
              <a:latin typeface="SB Sans Display Semibold" panose="020B0503040504020204" pitchFamily="34" charset="0"/>
              <a:cs typeface="SB Sans Display Semibold" panose="020B0503040504020204" pitchFamily="34" charset="0"/>
            </a:endParaRPr>
          </a:p>
          <a:p>
            <a:pPr>
              <a:lnSpc>
                <a:spcPct val="93000"/>
              </a:lnSpc>
            </a:pPr>
            <a:r>
              <a:rPr lang="en-US" sz="6600" b="1" dirty="0">
                <a:solidFill>
                  <a:srgbClr val="000000"/>
                </a:solidFill>
                <a:latin typeface="SB Sans Display Semibold" panose="020B0503040504020204" pitchFamily="34" charset="0"/>
                <a:cs typeface="SB Sans Display Semibold" panose="020B0503040504020204" pitchFamily="34" charset="0"/>
              </a:rPr>
              <a:t>Spring Boot</a:t>
            </a:r>
            <a:endParaRPr lang="ru-RU" sz="6600" b="1" dirty="0">
              <a:solidFill>
                <a:srgbClr val="000000"/>
              </a:solidFill>
              <a:latin typeface="SB Sans Display Semibold" panose="020B0503040504020204" pitchFamily="34" charset="0"/>
              <a:cs typeface="SB Sans Display Semibold" panose="020B0503040504020204" pitchFamily="34" charset="0"/>
            </a:endParaRPr>
          </a:p>
          <a:p>
            <a:pPr>
              <a:lnSpc>
                <a:spcPct val="93000"/>
              </a:lnSpc>
            </a:pPr>
            <a:endParaRPr lang="ru-RU" sz="6600" b="1" dirty="0">
              <a:solidFill>
                <a:srgbClr val="000000"/>
              </a:solidFill>
              <a:latin typeface="SB Sans Display Semibold" panose="020B0503040504020204" pitchFamily="34" charset="0"/>
              <a:cs typeface="SB Sans Display Semibold" panose="020B0503040504020204" pitchFamily="34" charset="0"/>
            </a:endParaRP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3C678CC1-FF54-4265-BF38-A8A37809601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0" y="3365677"/>
            <a:ext cx="13318315" cy="9921698"/>
          </a:xfrm>
          <a:prstGeom prst="rect">
            <a:avLst/>
          </a:prstGeom>
        </p:spPr>
      </p:pic>
      <p:pic>
        <p:nvPicPr>
          <p:cNvPr id="1028" name="Picture 4" descr="Накидайте креветок : r/KafkaFPS">
            <a:extLst>
              <a:ext uri="{FF2B5EF4-FFF2-40B4-BE49-F238E27FC236}">
                <a16:creationId xmlns:a16="http://schemas.microsoft.com/office/drawing/2014/main" id="{005DC19F-58AD-4B21-9735-21974EF92FC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252407" y="8834438"/>
            <a:ext cx="3499186" cy="34480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58AA26D6-130D-4618-BE67-97261894057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86372" y="3427716"/>
            <a:ext cx="5688211" cy="4228136"/>
          </a:xfrm>
          <a:prstGeom prst="rect">
            <a:avLst/>
          </a:prstGeom>
        </p:spPr>
      </p:pic>
      <p:sp>
        <p:nvSpPr>
          <p:cNvPr id="64" name="Прямоугольник 63">
            <a:extLst>
              <a:ext uri="{FF2B5EF4-FFF2-40B4-BE49-F238E27FC236}">
                <a16:creationId xmlns:a16="http://schemas.microsoft.com/office/drawing/2014/main" id="{187FA0F5-2976-4EEA-82AE-29F0B70CDCA0}"/>
              </a:ext>
            </a:extLst>
          </p:cNvPr>
          <p:cNvSpPr/>
          <p:nvPr/>
        </p:nvSpPr>
        <p:spPr>
          <a:xfrm>
            <a:off x="9199983" y="3427716"/>
            <a:ext cx="8621838" cy="4463874"/>
          </a:xfrm>
          <a:prstGeom prst="rect">
            <a:avLst/>
          </a:prstGeom>
          <a:solidFill>
            <a:srgbClr val="FFFFFF"/>
          </a:soli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ctr" defTabSz="8255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3200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FillTx/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65" name="Прямоугольник 64">
            <a:extLst>
              <a:ext uri="{FF2B5EF4-FFF2-40B4-BE49-F238E27FC236}">
                <a16:creationId xmlns:a16="http://schemas.microsoft.com/office/drawing/2014/main" id="{84E7FB4F-14DD-49B4-A08D-4916FD2FA78C}"/>
              </a:ext>
            </a:extLst>
          </p:cNvPr>
          <p:cNvSpPr/>
          <p:nvPr/>
        </p:nvSpPr>
        <p:spPr>
          <a:xfrm>
            <a:off x="4195679" y="8282916"/>
            <a:ext cx="4483845" cy="5356355"/>
          </a:xfrm>
          <a:prstGeom prst="rect">
            <a:avLst/>
          </a:prstGeom>
          <a:solidFill>
            <a:srgbClr val="FFFFFF"/>
          </a:soli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ctr" defTabSz="8255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3200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FillTx/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pic>
        <p:nvPicPr>
          <p:cNvPr id="3078" name="Picture 6" descr="Накидайте креветок : r/KafkaFPS">
            <a:extLst>
              <a:ext uri="{FF2B5EF4-FFF2-40B4-BE49-F238E27FC236}">
                <a16:creationId xmlns:a16="http://schemas.microsoft.com/office/drawing/2014/main" id="{03F4192D-631A-4613-B16F-03211BC46CB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690600" y="8834438"/>
            <a:ext cx="5054957" cy="34270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60381398"/>
      </p:ext>
    </p:extLst>
  </p:cSld>
  <p:clrMapOvr>
    <a:masterClrMapping/>
  </p:clrMapOvr>
  <p:transition spd="med"/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C792E338-5663-41A4-8813-B01FCC2BC69A}"/>
              </a:ext>
            </a:extLst>
          </p:cNvPr>
          <p:cNvSpPr/>
          <p:nvPr/>
        </p:nvSpPr>
        <p:spPr>
          <a:xfrm>
            <a:off x="-127000" y="-25400"/>
            <a:ext cx="24672365" cy="13741400"/>
          </a:xfrm>
          <a:prstGeom prst="rect">
            <a:avLst/>
          </a:prstGeom>
          <a:solidFill>
            <a:srgbClr val="FFFFFF"/>
          </a:soli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ctr" defTabSz="8255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3200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FillTx/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grpSp>
        <p:nvGrpSpPr>
          <p:cNvPr id="6390" name="Сгруппировать"/>
          <p:cNvGrpSpPr/>
          <p:nvPr/>
        </p:nvGrpSpPr>
        <p:grpSpPr>
          <a:xfrm>
            <a:off x="12192000" y="-857250"/>
            <a:ext cx="1524000" cy="857250"/>
            <a:chOff x="0" y="0"/>
            <a:chExt cx="1524000" cy="857250"/>
          </a:xfrm>
        </p:grpSpPr>
        <p:sp>
          <p:nvSpPr>
            <p:cNvPr id="6388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34E234">
                <a:alpha val="50172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6389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6393" name="Сгруппировать"/>
          <p:cNvGrpSpPr/>
          <p:nvPr/>
        </p:nvGrpSpPr>
        <p:grpSpPr>
          <a:xfrm>
            <a:off x="10668000" y="-1714500"/>
            <a:ext cx="1524000" cy="857250"/>
            <a:chOff x="0" y="0"/>
            <a:chExt cx="1524000" cy="857250"/>
          </a:xfrm>
        </p:grpSpPr>
        <p:sp>
          <p:nvSpPr>
            <p:cNvPr id="6391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6392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6396" name="Сгруппировать"/>
          <p:cNvGrpSpPr/>
          <p:nvPr/>
        </p:nvGrpSpPr>
        <p:grpSpPr>
          <a:xfrm>
            <a:off x="13716000" y="-1714500"/>
            <a:ext cx="1524000" cy="857250"/>
            <a:chOff x="0" y="0"/>
            <a:chExt cx="1524000" cy="857250"/>
          </a:xfrm>
        </p:grpSpPr>
        <p:sp>
          <p:nvSpPr>
            <p:cNvPr id="6394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6395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6399" name="Сгруппировать"/>
          <p:cNvGrpSpPr/>
          <p:nvPr/>
        </p:nvGrpSpPr>
        <p:grpSpPr>
          <a:xfrm>
            <a:off x="9144000" y="-857250"/>
            <a:ext cx="1524000" cy="857250"/>
            <a:chOff x="0" y="0"/>
            <a:chExt cx="1524000" cy="857250"/>
          </a:xfrm>
        </p:grpSpPr>
        <p:sp>
          <p:nvSpPr>
            <p:cNvPr id="6397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6398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6402" name="Сгруппировать"/>
          <p:cNvGrpSpPr/>
          <p:nvPr/>
        </p:nvGrpSpPr>
        <p:grpSpPr>
          <a:xfrm>
            <a:off x="7620000" y="-1714500"/>
            <a:ext cx="1524000" cy="857250"/>
            <a:chOff x="0" y="0"/>
            <a:chExt cx="1524000" cy="857250"/>
          </a:xfrm>
        </p:grpSpPr>
        <p:sp>
          <p:nvSpPr>
            <p:cNvPr id="6400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6401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6405" name="Сгруппировать"/>
          <p:cNvGrpSpPr/>
          <p:nvPr/>
        </p:nvGrpSpPr>
        <p:grpSpPr>
          <a:xfrm>
            <a:off x="6096000" y="-857250"/>
            <a:ext cx="1524000" cy="857250"/>
            <a:chOff x="0" y="0"/>
            <a:chExt cx="1524000" cy="857250"/>
          </a:xfrm>
        </p:grpSpPr>
        <p:sp>
          <p:nvSpPr>
            <p:cNvPr id="6403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6404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6408" name="Сгруппировать"/>
          <p:cNvGrpSpPr/>
          <p:nvPr/>
        </p:nvGrpSpPr>
        <p:grpSpPr>
          <a:xfrm>
            <a:off x="4572000" y="-1714500"/>
            <a:ext cx="1524000" cy="857250"/>
            <a:chOff x="0" y="0"/>
            <a:chExt cx="1524000" cy="857250"/>
          </a:xfrm>
        </p:grpSpPr>
        <p:sp>
          <p:nvSpPr>
            <p:cNvPr id="6406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6407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6411" name="Сгруппировать"/>
          <p:cNvGrpSpPr/>
          <p:nvPr/>
        </p:nvGrpSpPr>
        <p:grpSpPr>
          <a:xfrm>
            <a:off x="3048000" y="-857250"/>
            <a:ext cx="1524000" cy="857250"/>
            <a:chOff x="0" y="0"/>
            <a:chExt cx="1524000" cy="857250"/>
          </a:xfrm>
        </p:grpSpPr>
        <p:sp>
          <p:nvSpPr>
            <p:cNvPr id="6409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6410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6414" name="Сгруппировать"/>
          <p:cNvGrpSpPr/>
          <p:nvPr/>
        </p:nvGrpSpPr>
        <p:grpSpPr>
          <a:xfrm>
            <a:off x="1524000" y="-1714500"/>
            <a:ext cx="1524000" cy="857250"/>
            <a:chOff x="0" y="0"/>
            <a:chExt cx="1524000" cy="857250"/>
          </a:xfrm>
        </p:grpSpPr>
        <p:sp>
          <p:nvSpPr>
            <p:cNvPr id="6412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6413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6417" name="Сгруппировать"/>
          <p:cNvGrpSpPr/>
          <p:nvPr/>
        </p:nvGrpSpPr>
        <p:grpSpPr>
          <a:xfrm>
            <a:off x="0" y="-857250"/>
            <a:ext cx="1524001" cy="857250"/>
            <a:chOff x="0" y="0"/>
            <a:chExt cx="1524000" cy="857250"/>
          </a:xfrm>
        </p:grpSpPr>
        <p:sp>
          <p:nvSpPr>
            <p:cNvPr id="6415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6416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6420" name="Сгруппировать"/>
          <p:cNvGrpSpPr/>
          <p:nvPr/>
        </p:nvGrpSpPr>
        <p:grpSpPr>
          <a:xfrm>
            <a:off x="16764000" y="-1714500"/>
            <a:ext cx="1524000" cy="857250"/>
            <a:chOff x="0" y="0"/>
            <a:chExt cx="1524000" cy="857250"/>
          </a:xfrm>
        </p:grpSpPr>
        <p:sp>
          <p:nvSpPr>
            <p:cNvPr id="6418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6419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6423" name="Сгруппировать"/>
          <p:cNvGrpSpPr/>
          <p:nvPr/>
        </p:nvGrpSpPr>
        <p:grpSpPr>
          <a:xfrm>
            <a:off x="15240000" y="-857250"/>
            <a:ext cx="1524000" cy="857250"/>
            <a:chOff x="0" y="0"/>
            <a:chExt cx="1524000" cy="857250"/>
          </a:xfrm>
        </p:grpSpPr>
        <p:sp>
          <p:nvSpPr>
            <p:cNvPr id="6421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6422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6426" name="Сгруппировать"/>
          <p:cNvGrpSpPr/>
          <p:nvPr/>
        </p:nvGrpSpPr>
        <p:grpSpPr>
          <a:xfrm>
            <a:off x="19812000" y="-1714500"/>
            <a:ext cx="1524000" cy="857250"/>
            <a:chOff x="0" y="0"/>
            <a:chExt cx="1524000" cy="857250"/>
          </a:xfrm>
        </p:grpSpPr>
        <p:sp>
          <p:nvSpPr>
            <p:cNvPr id="6424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6425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6429" name="Сгруппировать"/>
          <p:cNvGrpSpPr/>
          <p:nvPr/>
        </p:nvGrpSpPr>
        <p:grpSpPr>
          <a:xfrm>
            <a:off x="18288000" y="-857250"/>
            <a:ext cx="1524000" cy="857250"/>
            <a:chOff x="0" y="0"/>
            <a:chExt cx="1524000" cy="857250"/>
          </a:xfrm>
        </p:grpSpPr>
        <p:sp>
          <p:nvSpPr>
            <p:cNvPr id="6427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6428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6432" name="Сгруппировать"/>
          <p:cNvGrpSpPr/>
          <p:nvPr/>
        </p:nvGrpSpPr>
        <p:grpSpPr>
          <a:xfrm>
            <a:off x="22860000" y="-1714500"/>
            <a:ext cx="1524000" cy="857250"/>
            <a:chOff x="0" y="0"/>
            <a:chExt cx="1524000" cy="857250"/>
          </a:xfrm>
        </p:grpSpPr>
        <p:sp>
          <p:nvSpPr>
            <p:cNvPr id="6430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6431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6435" name="Сгруппировать"/>
          <p:cNvGrpSpPr/>
          <p:nvPr/>
        </p:nvGrpSpPr>
        <p:grpSpPr>
          <a:xfrm>
            <a:off x="21336000" y="-857250"/>
            <a:ext cx="1524000" cy="857250"/>
            <a:chOff x="0" y="0"/>
            <a:chExt cx="1524000" cy="857250"/>
          </a:xfrm>
        </p:grpSpPr>
        <p:sp>
          <p:nvSpPr>
            <p:cNvPr id="6433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6434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6438" name="Сгруппировать"/>
          <p:cNvGrpSpPr/>
          <p:nvPr/>
        </p:nvGrpSpPr>
        <p:grpSpPr>
          <a:xfrm>
            <a:off x="-1524000" y="0"/>
            <a:ext cx="1524000" cy="857251"/>
            <a:chOff x="0" y="0"/>
            <a:chExt cx="1524000" cy="857250"/>
          </a:xfrm>
        </p:grpSpPr>
        <p:sp>
          <p:nvSpPr>
            <p:cNvPr id="6436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6437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6441" name="Сгруппировать"/>
          <p:cNvGrpSpPr/>
          <p:nvPr/>
        </p:nvGrpSpPr>
        <p:grpSpPr>
          <a:xfrm>
            <a:off x="-1524000" y="12858750"/>
            <a:ext cx="1524000" cy="857250"/>
            <a:chOff x="0" y="0"/>
            <a:chExt cx="1524000" cy="857250"/>
          </a:xfrm>
        </p:grpSpPr>
        <p:sp>
          <p:nvSpPr>
            <p:cNvPr id="6439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6440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6444" name="Сгруппировать"/>
          <p:cNvGrpSpPr/>
          <p:nvPr/>
        </p:nvGrpSpPr>
        <p:grpSpPr>
          <a:xfrm>
            <a:off x="-1651000" y="12001500"/>
            <a:ext cx="1524000" cy="857250"/>
            <a:chOff x="0" y="0"/>
            <a:chExt cx="1524000" cy="857250"/>
          </a:xfrm>
        </p:grpSpPr>
        <p:sp>
          <p:nvSpPr>
            <p:cNvPr id="6442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6443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sp>
        <p:nvSpPr>
          <p:cNvPr id="63" name="Text 1">
            <a:extLst>
              <a:ext uri="{FF2B5EF4-FFF2-40B4-BE49-F238E27FC236}">
                <a16:creationId xmlns:a16="http://schemas.microsoft.com/office/drawing/2014/main" id="{79AB2086-D555-48BF-8A7C-96857B49D633}"/>
              </a:ext>
            </a:extLst>
          </p:cNvPr>
          <p:cNvSpPr/>
          <p:nvPr/>
        </p:nvSpPr>
        <p:spPr>
          <a:xfrm>
            <a:off x="1356966" y="1105917"/>
            <a:ext cx="21203588" cy="13467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93000"/>
              </a:lnSpc>
            </a:pPr>
            <a:r>
              <a:rPr lang="ru-RU" sz="9600" b="1" dirty="0">
                <a:solidFill>
                  <a:srgbClr val="000000"/>
                </a:solidFill>
                <a:latin typeface="SB Sans Display Semibold" panose="020B0503040504020204" pitchFamily="34" charset="0"/>
                <a:cs typeface="SB Sans Display Semibold" panose="020B0503040504020204" pitchFamily="34" charset="0"/>
              </a:rPr>
              <a:t>Разработчик, поднявший сервер</a:t>
            </a:r>
            <a:endParaRPr lang="en-US" sz="9600" b="1" dirty="0">
              <a:solidFill>
                <a:srgbClr val="000000"/>
              </a:solidFill>
              <a:latin typeface="SB Sans Display Semibold" panose="020B0503040504020204" pitchFamily="34" charset="0"/>
              <a:cs typeface="SB Sans Display Semibold" panose="020B0503040504020204" pitchFamily="34" charset="0"/>
            </a:endParaRPr>
          </a:p>
        </p:txBody>
      </p:sp>
      <p:sp>
        <p:nvSpPr>
          <p:cNvPr id="65" name="Прямоугольник 64">
            <a:extLst>
              <a:ext uri="{FF2B5EF4-FFF2-40B4-BE49-F238E27FC236}">
                <a16:creationId xmlns:a16="http://schemas.microsoft.com/office/drawing/2014/main" id="{84E7FB4F-14DD-49B4-A08D-4916FD2FA78C}"/>
              </a:ext>
            </a:extLst>
          </p:cNvPr>
          <p:cNvSpPr/>
          <p:nvPr/>
        </p:nvSpPr>
        <p:spPr>
          <a:xfrm>
            <a:off x="4195679" y="8282916"/>
            <a:ext cx="4483845" cy="5356355"/>
          </a:xfrm>
          <a:prstGeom prst="rect">
            <a:avLst/>
          </a:prstGeom>
          <a:solidFill>
            <a:srgbClr val="FFFFFF"/>
          </a:soli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ctr" defTabSz="8255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3200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FillTx/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68" name="Text 1">
            <a:extLst>
              <a:ext uri="{FF2B5EF4-FFF2-40B4-BE49-F238E27FC236}">
                <a16:creationId xmlns:a16="http://schemas.microsoft.com/office/drawing/2014/main" id="{7AF7E292-11F8-48C8-B512-C9418BED64C2}"/>
              </a:ext>
            </a:extLst>
          </p:cNvPr>
          <p:cNvSpPr/>
          <p:nvPr/>
        </p:nvSpPr>
        <p:spPr>
          <a:xfrm>
            <a:off x="4204843" y="11223459"/>
            <a:ext cx="77758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93000"/>
              </a:lnSpc>
            </a:pPr>
            <a:r>
              <a:rPr lang="en-US" sz="6600" b="1" dirty="0">
                <a:solidFill>
                  <a:srgbClr val="000000"/>
                </a:solidFill>
                <a:latin typeface="SB Sans Display Semibold" panose="020B0503040504020204" pitchFamily="34" charset="0"/>
                <a:cs typeface="SB Sans Display Semibold" panose="020B0503040504020204" pitchFamily="34" charset="0"/>
              </a:rPr>
              <a:t>Spring Framework</a:t>
            </a:r>
            <a:endParaRPr lang="ru-RU" sz="6600" b="1" dirty="0">
              <a:solidFill>
                <a:srgbClr val="000000"/>
              </a:solidFill>
              <a:latin typeface="SB Sans Display Semibold" panose="020B0503040504020204" pitchFamily="34" charset="0"/>
              <a:cs typeface="SB Sans Display Semibold" panose="020B0503040504020204" pitchFamily="34" charset="0"/>
            </a:endParaRPr>
          </a:p>
          <a:p>
            <a:pPr>
              <a:lnSpc>
                <a:spcPct val="93000"/>
              </a:lnSpc>
            </a:pPr>
            <a:endParaRPr lang="ru-RU" sz="6600" b="1" dirty="0">
              <a:solidFill>
                <a:srgbClr val="000000"/>
              </a:solidFill>
              <a:latin typeface="SB Sans Display Semibold" panose="020B0503040504020204" pitchFamily="34" charset="0"/>
              <a:cs typeface="SB Sans Display Semibold" panose="020B0503040504020204" pitchFamily="34" charset="0"/>
            </a:endParaRPr>
          </a:p>
        </p:txBody>
      </p:sp>
      <p:sp>
        <p:nvSpPr>
          <p:cNvPr id="69" name="Text 1">
            <a:extLst>
              <a:ext uri="{FF2B5EF4-FFF2-40B4-BE49-F238E27FC236}">
                <a16:creationId xmlns:a16="http://schemas.microsoft.com/office/drawing/2014/main" id="{72B83AFB-6EA4-4929-9703-BB6CEEF19526}"/>
              </a:ext>
            </a:extLst>
          </p:cNvPr>
          <p:cNvSpPr/>
          <p:nvPr/>
        </p:nvSpPr>
        <p:spPr>
          <a:xfrm>
            <a:off x="14266507" y="11223459"/>
            <a:ext cx="5799279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93000"/>
              </a:lnSpc>
            </a:pPr>
            <a:r>
              <a:rPr lang="en-US" sz="6600" b="1" dirty="0">
                <a:solidFill>
                  <a:srgbClr val="000000"/>
                </a:solidFill>
                <a:latin typeface="SB Sans Display Semibold" panose="020B0503040504020204" pitchFamily="34" charset="0"/>
                <a:cs typeface="SB Sans Display Semibold" panose="020B0503040504020204" pitchFamily="34" charset="0"/>
              </a:rPr>
              <a:t>Spring Boot</a:t>
            </a:r>
            <a:endParaRPr lang="ru-RU" sz="6600" b="1" dirty="0">
              <a:solidFill>
                <a:srgbClr val="000000"/>
              </a:solidFill>
              <a:latin typeface="SB Sans Display Semibold" panose="020B0503040504020204" pitchFamily="34" charset="0"/>
              <a:cs typeface="SB Sans Display Semibold" panose="020B0503040504020204" pitchFamily="34" charset="0"/>
            </a:endParaRPr>
          </a:p>
          <a:p>
            <a:pPr>
              <a:lnSpc>
                <a:spcPct val="93000"/>
              </a:lnSpc>
            </a:pPr>
            <a:endParaRPr lang="ru-RU" sz="6600" b="1" dirty="0">
              <a:solidFill>
                <a:srgbClr val="000000"/>
              </a:solidFill>
              <a:latin typeface="SB Sans Display Semibold" panose="020B0503040504020204" pitchFamily="34" charset="0"/>
              <a:cs typeface="SB Sans Display Semibold" panose="020B0503040504020204" pitchFamily="34" charset="0"/>
            </a:endParaRP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52B029F5-AABC-4E65-AF41-985F97968A7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46661" y="2577740"/>
            <a:ext cx="7993062" cy="8460849"/>
          </a:xfrm>
          <a:prstGeom prst="rect">
            <a:avLst/>
          </a:prstGeom>
        </p:spPr>
      </p:pic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3F32E279-508E-4A45-98AE-EBF22DE5E68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850002" y="5243804"/>
            <a:ext cx="4987398" cy="59796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13326431"/>
      </p:ext>
    </p:extLst>
  </p:cSld>
  <p:clrMapOvr>
    <a:masterClrMapping/>
  </p:clrMapOvr>
  <p:transition spd="med"/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91" name="Заголовок"/>
          <p:cNvSpPr txBox="1"/>
          <p:nvPr/>
        </p:nvSpPr>
        <p:spPr>
          <a:xfrm>
            <a:off x="1524000" y="5810849"/>
            <a:ext cx="18439343" cy="209429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 algn="l">
              <a:lnSpc>
                <a:spcPct val="70000"/>
              </a:lnSpc>
              <a:defRPr sz="20000" spc="-400">
                <a:gradFill flip="none" rotWithShape="1">
                  <a:gsLst>
                    <a:gs pos="0">
                      <a:srgbClr val="34E234"/>
                    </a:gs>
                    <a:gs pos="19133">
                      <a:srgbClr val="9DCD25"/>
                    </a:gs>
                    <a:gs pos="39357">
                      <a:srgbClr val="F2E800"/>
                    </a:gs>
                    <a:gs pos="58861">
                      <a:srgbClr val="9DCD25"/>
                    </a:gs>
                    <a:gs pos="79839">
                      <a:srgbClr val="00A4E0"/>
                    </a:gs>
                    <a:gs pos="100000">
                      <a:srgbClr val="0086D0"/>
                    </a:gs>
                  </a:gsLst>
                  <a:lin ang="3000000" scaled="0"/>
                </a:gradFill>
                <a:latin typeface="SB Sans Display Light"/>
                <a:ea typeface="SB Sans Display Light"/>
                <a:cs typeface="SB Sans Display Light"/>
                <a:sym typeface="SB Sans Display Light"/>
              </a:defRPr>
            </a:lvl1pPr>
          </a:lstStyle>
          <a:p>
            <a:r>
              <a:rPr lang="ru-RU" sz="16700" dirty="0" err="1"/>
              <a:t>Автоконфигурация</a:t>
            </a:r>
            <a:endParaRPr lang="ru-RU" sz="16700" dirty="0"/>
          </a:p>
        </p:txBody>
      </p:sp>
      <p:grpSp>
        <p:nvGrpSpPr>
          <p:cNvPr id="4594" name="Сгруппировать"/>
          <p:cNvGrpSpPr/>
          <p:nvPr/>
        </p:nvGrpSpPr>
        <p:grpSpPr>
          <a:xfrm>
            <a:off x="12192000" y="-857250"/>
            <a:ext cx="1524000" cy="857250"/>
            <a:chOff x="0" y="0"/>
            <a:chExt cx="1524000" cy="857250"/>
          </a:xfrm>
        </p:grpSpPr>
        <p:sp>
          <p:nvSpPr>
            <p:cNvPr id="4592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34E234">
                <a:alpha val="50172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4593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4597" name="Сгруппировать"/>
          <p:cNvGrpSpPr/>
          <p:nvPr/>
        </p:nvGrpSpPr>
        <p:grpSpPr>
          <a:xfrm>
            <a:off x="10668000" y="-1714500"/>
            <a:ext cx="1524000" cy="857250"/>
            <a:chOff x="0" y="0"/>
            <a:chExt cx="1524000" cy="857250"/>
          </a:xfrm>
        </p:grpSpPr>
        <p:sp>
          <p:nvSpPr>
            <p:cNvPr id="4595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4596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4600" name="Сгруппировать"/>
          <p:cNvGrpSpPr/>
          <p:nvPr/>
        </p:nvGrpSpPr>
        <p:grpSpPr>
          <a:xfrm>
            <a:off x="13716000" y="-1714500"/>
            <a:ext cx="1524000" cy="857250"/>
            <a:chOff x="0" y="0"/>
            <a:chExt cx="1524000" cy="857250"/>
          </a:xfrm>
        </p:grpSpPr>
        <p:sp>
          <p:nvSpPr>
            <p:cNvPr id="4598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4599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4603" name="Сгруппировать"/>
          <p:cNvGrpSpPr/>
          <p:nvPr/>
        </p:nvGrpSpPr>
        <p:grpSpPr>
          <a:xfrm>
            <a:off x="9144000" y="-857250"/>
            <a:ext cx="1524000" cy="857250"/>
            <a:chOff x="0" y="0"/>
            <a:chExt cx="1524000" cy="857250"/>
          </a:xfrm>
        </p:grpSpPr>
        <p:sp>
          <p:nvSpPr>
            <p:cNvPr id="4601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4602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4606" name="Сгруппировать"/>
          <p:cNvGrpSpPr/>
          <p:nvPr/>
        </p:nvGrpSpPr>
        <p:grpSpPr>
          <a:xfrm>
            <a:off x="7620000" y="-1714500"/>
            <a:ext cx="1524000" cy="857250"/>
            <a:chOff x="0" y="0"/>
            <a:chExt cx="1524000" cy="857250"/>
          </a:xfrm>
        </p:grpSpPr>
        <p:sp>
          <p:nvSpPr>
            <p:cNvPr id="4604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4605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4609" name="Сгруппировать"/>
          <p:cNvGrpSpPr/>
          <p:nvPr/>
        </p:nvGrpSpPr>
        <p:grpSpPr>
          <a:xfrm>
            <a:off x="6096000" y="-857250"/>
            <a:ext cx="1524000" cy="857250"/>
            <a:chOff x="0" y="0"/>
            <a:chExt cx="1524000" cy="857250"/>
          </a:xfrm>
        </p:grpSpPr>
        <p:sp>
          <p:nvSpPr>
            <p:cNvPr id="4607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4608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4612" name="Сгруппировать"/>
          <p:cNvGrpSpPr/>
          <p:nvPr/>
        </p:nvGrpSpPr>
        <p:grpSpPr>
          <a:xfrm>
            <a:off x="4572000" y="-1714500"/>
            <a:ext cx="1524000" cy="857250"/>
            <a:chOff x="0" y="0"/>
            <a:chExt cx="1524000" cy="857250"/>
          </a:xfrm>
        </p:grpSpPr>
        <p:sp>
          <p:nvSpPr>
            <p:cNvPr id="4610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4611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4615" name="Сгруппировать"/>
          <p:cNvGrpSpPr/>
          <p:nvPr/>
        </p:nvGrpSpPr>
        <p:grpSpPr>
          <a:xfrm>
            <a:off x="3048000" y="-857250"/>
            <a:ext cx="1524000" cy="857250"/>
            <a:chOff x="0" y="0"/>
            <a:chExt cx="1524000" cy="857250"/>
          </a:xfrm>
        </p:grpSpPr>
        <p:sp>
          <p:nvSpPr>
            <p:cNvPr id="4613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4614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4618" name="Сгруппировать"/>
          <p:cNvGrpSpPr/>
          <p:nvPr/>
        </p:nvGrpSpPr>
        <p:grpSpPr>
          <a:xfrm>
            <a:off x="1524000" y="-1714500"/>
            <a:ext cx="1524000" cy="857250"/>
            <a:chOff x="0" y="0"/>
            <a:chExt cx="1524000" cy="857250"/>
          </a:xfrm>
        </p:grpSpPr>
        <p:sp>
          <p:nvSpPr>
            <p:cNvPr id="4616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4617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4621" name="Сгруппировать"/>
          <p:cNvGrpSpPr/>
          <p:nvPr/>
        </p:nvGrpSpPr>
        <p:grpSpPr>
          <a:xfrm>
            <a:off x="0" y="-857250"/>
            <a:ext cx="1524001" cy="857250"/>
            <a:chOff x="0" y="0"/>
            <a:chExt cx="1524000" cy="857250"/>
          </a:xfrm>
        </p:grpSpPr>
        <p:sp>
          <p:nvSpPr>
            <p:cNvPr id="4619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4620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4624" name="Сгруппировать"/>
          <p:cNvGrpSpPr/>
          <p:nvPr/>
        </p:nvGrpSpPr>
        <p:grpSpPr>
          <a:xfrm>
            <a:off x="16764000" y="-1714500"/>
            <a:ext cx="1524000" cy="857250"/>
            <a:chOff x="0" y="0"/>
            <a:chExt cx="1524000" cy="857250"/>
          </a:xfrm>
        </p:grpSpPr>
        <p:sp>
          <p:nvSpPr>
            <p:cNvPr id="4622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4623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4627" name="Сгруппировать"/>
          <p:cNvGrpSpPr/>
          <p:nvPr/>
        </p:nvGrpSpPr>
        <p:grpSpPr>
          <a:xfrm>
            <a:off x="15240000" y="-857250"/>
            <a:ext cx="1524000" cy="857250"/>
            <a:chOff x="0" y="0"/>
            <a:chExt cx="1524000" cy="857250"/>
          </a:xfrm>
        </p:grpSpPr>
        <p:sp>
          <p:nvSpPr>
            <p:cNvPr id="4625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4626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4630" name="Сгруппировать"/>
          <p:cNvGrpSpPr/>
          <p:nvPr/>
        </p:nvGrpSpPr>
        <p:grpSpPr>
          <a:xfrm>
            <a:off x="19812000" y="-1714500"/>
            <a:ext cx="1524000" cy="857250"/>
            <a:chOff x="0" y="0"/>
            <a:chExt cx="1524000" cy="857250"/>
          </a:xfrm>
        </p:grpSpPr>
        <p:sp>
          <p:nvSpPr>
            <p:cNvPr id="4628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4629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4633" name="Сгруппировать"/>
          <p:cNvGrpSpPr/>
          <p:nvPr/>
        </p:nvGrpSpPr>
        <p:grpSpPr>
          <a:xfrm>
            <a:off x="18288000" y="-857250"/>
            <a:ext cx="1524000" cy="857250"/>
            <a:chOff x="0" y="0"/>
            <a:chExt cx="1524000" cy="857250"/>
          </a:xfrm>
        </p:grpSpPr>
        <p:sp>
          <p:nvSpPr>
            <p:cNvPr id="4631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4632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4636" name="Сгруппировать"/>
          <p:cNvGrpSpPr/>
          <p:nvPr/>
        </p:nvGrpSpPr>
        <p:grpSpPr>
          <a:xfrm>
            <a:off x="22860000" y="-1714500"/>
            <a:ext cx="1524000" cy="857250"/>
            <a:chOff x="0" y="0"/>
            <a:chExt cx="1524000" cy="857250"/>
          </a:xfrm>
        </p:grpSpPr>
        <p:sp>
          <p:nvSpPr>
            <p:cNvPr id="4634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4635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4639" name="Сгруппировать"/>
          <p:cNvGrpSpPr/>
          <p:nvPr/>
        </p:nvGrpSpPr>
        <p:grpSpPr>
          <a:xfrm>
            <a:off x="21336000" y="-857250"/>
            <a:ext cx="1524000" cy="857250"/>
            <a:chOff x="0" y="0"/>
            <a:chExt cx="1524000" cy="857250"/>
          </a:xfrm>
        </p:grpSpPr>
        <p:sp>
          <p:nvSpPr>
            <p:cNvPr id="4637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4638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4642" name="Сгруппировать"/>
          <p:cNvGrpSpPr/>
          <p:nvPr/>
        </p:nvGrpSpPr>
        <p:grpSpPr>
          <a:xfrm>
            <a:off x="-1524000" y="0"/>
            <a:ext cx="1524000" cy="857251"/>
            <a:chOff x="0" y="0"/>
            <a:chExt cx="1524000" cy="857250"/>
          </a:xfrm>
        </p:grpSpPr>
        <p:sp>
          <p:nvSpPr>
            <p:cNvPr id="4640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4641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4645" name="Сгруппировать"/>
          <p:cNvGrpSpPr/>
          <p:nvPr/>
        </p:nvGrpSpPr>
        <p:grpSpPr>
          <a:xfrm>
            <a:off x="-1524000" y="12858750"/>
            <a:ext cx="1524000" cy="857250"/>
            <a:chOff x="0" y="0"/>
            <a:chExt cx="1524000" cy="857250"/>
          </a:xfrm>
        </p:grpSpPr>
        <p:sp>
          <p:nvSpPr>
            <p:cNvPr id="4643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4644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4648" name="Сгруппировать"/>
          <p:cNvGrpSpPr/>
          <p:nvPr/>
        </p:nvGrpSpPr>
        <p:grpSpPr>
          <a:xfrm>
            <a:off x="-1651000" y="12001500"/>
            <a:ext cx="1524000" cy="857250"/>
            <a:chOff x="0" y="0"/>
            <a:chExt cx="1524000" cy="857250"/>
          </a:xfrm>
        </p:grpSpPr>
        <p:sp>
          <p:nvSpPr>
            <p:cNvPr id="4646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4647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1020388972"/>
      </p:ext>
    </p:extLst>
  </p:cSld>
  <p:clrMapOvr>
    <a:masterClrMapping/>
  </p:clrMapOvr>
  <p:transition spd="med"/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0" name="Экосистема"/>
          <p:cNvSpPr txBox="1"/>
          <p:nvPr/>
        </p:nvSpPr>
        <p:spPr>
          <a:xfrm>
            <a:off x="1524000" y="1338870"/>
            <a:ext cx="18115537" cy="12475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>
            <a:spAutoFit/>
          </a:bodyPr>
          <a:lstStyle>
            <a:lvl1pPr algn="l">
              <a:lnSpc>
                <a:spcPct val="70000"/>
              </a:lnSpc>
              <a:defRPr sz="10000" spc="-100">
                <a:solidFill>
                  <a:srgbClr val="FFFFFF"/>
                </a:solidFill>
                <a:latin typeface="SB Sans Display Semibold"/>
                <a:ea typeface="SB Sans Display Semibold"/>
                <a:cs typeface="SB Sans Display Semibold"/>
                <a:sym typeface="SB Sans Display Semibold"/>
              </a:defRPr>
            </a:lvl1pPr>
          </a:lstStyle>
          <a:p>
            <a:r>
              <a:rPr lang="en-US" sz="9600" dirty="0"/>
              <a:t>Convention Over Configuration</a:t>
            </a:r>
            <a:endParaRPr lang="ru-RU" sz="9600" dirty="0"/>
          </a:p>
        </p:txBody>
      </p:sp>
      <p:sp>
        <p:nvSpPr>
          <p:cNvPr id="1014" name="2"/>
          <p:cNvSpPr txBox="1"/>
          <p:nvPr/>
        </p:nvSpPr>
        <p:spPr>
          <a:xfrm>
            <a:off x="22757343" y="12515746"/>
            <a:ext cx="102657" cy="34310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 algn="r">
              <a:lnSpc>
                <a:spcPct val="110000"/>
              </a:lnSpc>
              <a:defRPr sz="1500">
                <a:solidFill>
                  <a:srgbClr val="FFFFFF"/>
                </a:solidFill>
                <a:latin typeface="SB Sans Text"/>
                <a:ea typeface="SB Sans Text"/>
                <a:cs typeface="SB Sans Text"/>
                <a:sym typeface="SB Sans Text"/>
              </a:defRPr>
            </a:lvl1pPr>
          </a:lstStyle>
          <a:p>
            <a:endParaRPr dirty="0"/>
          </a:p>
        </p:txBody>
      </p:sp>
      <p:grpSp>
        <p:nvGrpSpPr>
          <p:cNvPr id="1017" name="Сгруппировать"/>
          <p:cNvGrpSpPr/>
          <p:nvPr/>
        </p:nvGrpSpPr>
        <p:grpSpPr>
          <a:xfrm>
            <a:off x="12192000" y="-857250"/>
            <a:ext cx="1524000" cy="857250"/>
            <a:chOff x="0" y="0"/>
            <a:chExt cx="1524000" cy="857250"/>
          </a:xfrm>
        </p:grpSpPr>
        <p:sp>
          <p:nvSpPr>
            <p:cNvPr id="1015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34E234">
                <a:alpha val="50172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1016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1020" name="Сгруппировать"/>
          <p:cNvGrpSpPr/>
          <p:nvPr/>
        </p:nvGrpSpPr>
        <p:grpSpPr>
          <a:xfrm>
            <a:off x="10668000" y="-1714500"/>
            <a:ext cx="1524000" cy="857250"/>
            <a:chOff x="0" y="0"/>
            <a:chExt cx="1524000" cy="857250"/>
          </a:xfrm>
        </p:grpSpPr>
        <p:sp>
          <p:nvSpPr>
            <p:cNvPr id="1018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1019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1023" name="Сгруппировать"/>
          <p:cNvGrpSpPr/>
          <p:nvPr/>
        </p:nvGrpSpPr>
        <p:grpSpPr>
          <a:xfrm>
            <a:off x="13716000" y="-1714500"/>
            <a:ext cx="1524000" cy="857250"/>
            <a:chOff x="0" y="0"/>
            <a:chExt cx="1524000" cy="857250"/>
          </a:xfrm>
        </p:grpSpPr>
        <p:sp>
          <p:nvSpPr>
            <p:cNvPr id="1021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1022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1026" name="Сгруппировать"/>
          <p:cNvGrpSpPr/>
          <p:nvPr/>
        </p:nvGrpSpPr>
        <p:grpSpPr>
          <a:xfrm>
            <a:off x="9144000" y="-857250"/>
            <a:ext cx="1524000" cy="857250"/>
            <a:chOff x="0" y="0"/>
            <a:chExt cx="1524000" cy="857250"/>
          </a:xfrm>
        </p:grpSpPr>
        <p:sp>
          <p:nvSpPr>
            <p:cNvPr id="1024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1025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1029" name="Сгруппировать"/>
          <p:cNvGrpSpPr/>
          <p:nvPr/>
        </p:nvGrpSpPr>
        <p:grpSpPr>
          <a:xfrm>
            <a:off x="7620000" y="-1714500"/>
            <a:ext cx="1524000" cy="857250"/>
            <a:chOff x="0" y="0"/>
            <a:chExt cx="1524000" cy="857250"/>
          </a:xfrm>
        </p:grpSpPr>
        <p:sp>
          <p:nvSpPr>
            <p:cNvPr id="1027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1028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1032" name="Сгруппировать"/>
          <p:cNvGrpSpPr/>
          <p:nvPr/>
        </p:nvGrpSpPr>
        <p:grpSpPr>
          <a:xfrm>
            <a:off x="6096000" y="-857250"/>
            <a:ext cx="1524000" cy="857250"/>
            <a:chOff x="0" y="0"/>
            <a:chExt cx="1524000" cy="857250"/>
          </a:xfrm>
        </p:grpSpPr>
        <p:sp>
          <p:nvSpPr>
            <p:cNvPr id="1030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1031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1035" name="Сгруппировать"/>
          <p:cNvGrpSpPr/>
          <p:nvPr/>
        </p:nvGrpSpPr>
        <p:grpSpPr>
          <a:xfrm>
            <a:off x="4572000" y="-1714500"/>
            <a:ext cx="1524000" cy="857250"/>
            <a:chOff x="0" y="0"/>
            <a:chExt cx="1524000" cy="857250"/>
          </a:xfrm>
        </p:grpSpPr>
        <p:sp>
          <p:nvSpPr>
            <p:cNvPr id="1033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1034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1038" name="Сгруппировать"/>
          <p:cNvGrpSpPr/>
          <p:nvPr/>
        </p:nvGrpSpPr>
        <p:grpSpPr>
          <a:xfrm>
            <a:off x="3048000" y="-857250"/>
            <a:ext cx="1524000" cy="857250"/>
            <a:chOff x="0" y="0"/>
            <a:chExt cx="1524000" cy="857250"/>
          </a:xfrm>
        </p:grpSpPr>
        <p:sp>
          <p:nvSpPr>
            <p:cNvPr id="1036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1037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1041" name="Сгруппировать"/>
          <p:cNvGrpSpPr/>
          <p:nvPr/>
        </p:nvGrpSpPr>
        <p:grpSpPr>
          <a:xfrm>
            <a:off x="1524000" y="-1714500"/>
            <a:ext cx="1524000" cy="857250"/>
            <a:chOff x="0" y="0"/>
            <a:chExt cx="1524000" cy="857250"/>
          </a:xfrm>
        </p:grpSpPr>
        <p:sp>
          <p:nvSpPr>
            <p:cNvPr id="1039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1040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1044" name="Сгруппировать"/>
          <p:cNvGrpSpPr/>
          <p:nvPr/>
        </p:nvGrpSpPr>
        <p:grpSpPr>
          <a:xfrm>
            <a:off x="0" y="-857250"/>
            <a:ext cx="1524001" cy="857250"/>
            <a:chOff x="0" y="0"/>
            <a:chExt cx="1524000" cy="857250"/>
          </a:xfrm>
        </p:grpSpPr>
        <p:sp>
          <p:nvSpPr>
            <p:cNvPr id="1042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1043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1047" name="Сгруппировать"/>
          <p:cNvGrpSpPr/>
          <p:nvPr/>
        </p:nvGrpSpPr>
        <p:grpSpPr>
          <a:xfrm>
            <a:off x="16764000" y="-1714500"/>
            <a:ext cx="1524000" cy="857250"/>
            <a:chOff x="0" y="0"/>
            <a:chExt cx="1524000" cy="857250"/>
          </a:xfrm>
        </p:grpSpPr>
        <p:sp>
          <p:nvSpPr>
            <p:cNvPr id="1045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1046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1050" name="Сгруппировать"/>
          <p:cNvGrpSpPr/>
          <p:nvPr/>
        </p:nvGrpSpPr>
        <p:grpSpPr>
          <a:xfrm>
            <a:off x="15240000" y="-857250"/>
            <a:ext cx="1524000" cy="857250"/>
            <a:chOff x="0" y="0"/>
            <a:chExt cx="1524000" cy="857250"/>
          </a:xfrm>
        </p:grpSpPr>
        <p:sp>
          <p:nvSpPr>
            <p:cNvPr id="1048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1049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1053" name="Сгруппировать"/>
          <p:cNvGrpSpPr/>
          <p:nvPr/>
        </p:nvGrpSpPr>
        <p:grpSpPr>
          <a:xfrm>
            <a:off x="19812000" y="-1714500"/>
            <a:ext cx="1524000" cy="857250"/>
            <a:chOff x="0" y="0"/>
            <a:chExt cx="1524000" cy="857250"/>
          </a:xfrm>
        </p:grpSpPr>
        <p:sp>
          <p:nvSpPr>
            <p:cNvPr id="1051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1052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1056" name="Сгруппировать"/>
          <p:cNvGrpSpPr/>
          <p:nvPr/>
        </p:nvGrpSpPr>
        <p:grpSpPr>
          <a:xfrm>
            <a:off x="18288000" y="-857250"/>
            <a:ext cx="1524000" cy="857250"/>
            <a:chOff x="0" y="0"/>
            <a:chExt cx="1524000" cy="857250"/>
          </a:xfrm>
        </p:grpSpPr>
        <p:sp>
          <p:nvSpPr>
            <p:cNvPr id="1054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1055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1059" name="Сгруппировать"/>
          <p:cNvGrpSpPr/>
          <p:nvPr/>
        </p:nvGrpSpPr>
        <p:grpSpPr>
          <a:xfrm>
            <a:off x="22860000" y="-1714500"/>
            <a:ext cx="1524000" cy="857250"/>
            <a:chOff x="0" y="0"/>
            <a:chExt cx="1524000" cy="857250"/>
          </a:xfrm>
        </p:grpSpPr>
        <p:sp>
          <p:nvSpPr>
            <p:cNvPr id="1057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1058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1062" name="Сгруппировать"/>
          <p:cNvGrpSpPr/>
          <p:nvPr/>
        </p:nvGrpSpPr>
        <p:grpSpPr>
          <a:xfrm>
            <a:off x="21336000" y="-857250"/>
            <a:ext cx="1524000" cy="857250"/>
            <a:chOff x="0" y="0"/>
            <a:chExt cx="1524000" cy="857250"/>
          </a:xfrm>
        </p:grpSpPr>
        <p:sp>
          <p:nvSpPr>
            <p:cNvPr id="1060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1061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1065" name="Сгруппировать"/>
          <p:cNvGrpSpPr/>
          <p:nvPr/>
        </p:nvGrpSpPr>
        <p:grpSpPr>
          <a:xfrm>
            <a:off x="-1524000" y="0"/>
            <a:ext cx="1524000" cy="857251"/>
            <a:chOff x="0" y="0"/>
            <a:chExt cx="1524000" cy="857250"/>
          </a:xfrm>
        </p:grpSpPr>
        <p:sp>
          <p:nvSpPr>
            <p:cNvPr id="1063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1064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1068" name="Сгруппировать"/>
          <p:cNvGrpSpPr/>
          <p:nvPr/>
        </p:nvGrpSpPr>
        <p:grpSpPr>
          <a:xfrm>
            <a:off x="-1524000" y="12858750"/>
            <a:ext cx="1524000" cy="857250"/>
            <a:chOff x="0" y="0"/>
            <a:chExt cx="1524000" cy="857250"/>
          </a:xfrm>
        </p:grpSpPr>
        <p:sp>
          <p:nvSpPr>
            <p:cNvPr id="1066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1067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1071" name="Сгруппировать"/>
          <p:cNvGrpSpPr/>
          <p:nvPr/>
        </p:nvGrpSpPr>
        <p:grpSpPr>
          <a:xfrm>
            <a:off x="-1651000" y="12001500"/>
            <a:ext cx="1524000" cy="857250"/>
            <a:chOff x="0" y="0"/>
            <a:chExt cx="1524000" cy="857250"/>
          </a:xfrm>
        </p:grpSpPr>
        <p:sp>
          <p:nvSpPr>
            <p:cNvPr id="1069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1070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2055482243"/>
      </p:ext>
    </p:extLst>
  </p:cSld>
  <p:clrMapOvr>
    <a:masterClrMapping/>
  </p:clrMapOvr>
  <p:transition spd="med"/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0" name="Экосистема"/>
          <p:cNvSpPr txBox="1"/>
          <p:nvPr/>
        </p:nvSpPr>
        <p:spPr>
          <a:xfrm>
            <a:off x="1524000" y="1338870"/>
            <a:ext cx="18115537" cy="12475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>
            <a:spAutoFit/>
          </a:bodyPr>
          <a:lstStyle>
            <a:lvl1pPr algn="l">
              <a:lnSpc>
                <a:spcPct val="70000"/>
              </a:lnSpc>
              <a:defRPr sz="10000" spc="-100">
                <a:solidFill>
                  <a:srgbClr val="FFFFFF"/>
                </a:solidFill>
                <a:latin typeface="SB Sans Display Semibold"/>
                <a:ea typeface="SB Sans Display Semibold"/>
                <a:cs typeface="SB Sans Display Semibold"/>
                <a:sym typeface="SB Sans Display Semibold"/>
              </a:defRPr>
            </a:lvl1pPr>
          </a:lstStyle>
          <a:p>
            <a:r>
              <a:rPr lang="en-US" sz="9600" dirty="0"/>
              <a:t>Convention Over Configuration</a:t>
            </a:r>
            <a:endParaRPr lang="ru-RU" sz="9600" dirty="0"/>
          </a:p>
        </p:txBody>
      </p:sp>
      <p:sp>
        <p:nvSpPr>
          <p:cNvPr id="1013" name="Начало контента"/>
          <p:cNvSpPr txBox="1"/>
          <p:nvPr/>
        </p:nvSpPr>
        <p:spPr>
          <a:xfrm>
            <a:off x="1549400" y="2844981"/>
            <a:ext cx="21498560" cy="37106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50800" tIns="50800" rIns="50800" bIns="50800">
            <a:spAutoFit/>
          </a:bodyPr>
          <a:lstStyle>
            <a:lvl1pPr algn="l">
              <a:lnSpc>
                <a:spcPct val="110000"/>
              </a:lnSpc>
              <a:defRPr sz="3000">
                <a:solidFill>
                  <a:srgbClr val="FFFFFF"/>
                </a:solidFill>
                <a:latin typeface="SB Sans Text Light"/>
                <a:ea typeface="SB Sans Text Light"/>
                <a:cs typeface="SB Sans Text Light"/>
                <a:sym typeface="SB Sans Text Light"/>
              </a:defRPr>
            </a:lvl1pPr>
          </a:lstStyle>
          <a:p>
            <a:r>
              <a:rPr lang="ru-RU" sz="5400" dirty="0" err="1"/>
              <a:t>Spring</a:t>
            </a:r>
            <a:r>
              <a:rPr lang="ru-RU" sz="5400" dirty="0"/>
              <a:t> </a:t>
            </a:r>
            <a:r>
              <a:rPr lang="ru-RU" sz="5400" dirty="0" err="1"/>
              <a:t>Boot</a:t>
            </a:r>
            <a:r>
              <a:rPr lang="ru-RU" sz="5400" dirty="0"/>
              <a:t> реализует принцип </a:t>
            </a:r>
            <a:r>
              <a:rPr lang="ru-RU" sz="5400" dirty="0">
                <a:gradFill flip="none" rotWithShape="1">
                  <a:gsLst>
                    <a:gs pos="0">
                      <a:srgbClr val="34E234"/>
                    </a:gs>
                    <a:gs pos="50594">
                      <a:srgbClr val="22E5A0"/>
                    </a:gs>
                    <a:gs pos="100000">
                      <a:srgbClr val="5AB0FF"/>
                    </a:gs>
                  </a:gsLst>
                  <a:lin ang="0" scaled="0"/>
                </a:gradFill>
                <a:latin typeface="SB Sans Display Semibold"/>
                <a:cs typeface="SB Sans Display Semibold"/>
              </a:rPr>
              <a:t>"</a:t>
            </a:r>
            <a:r>
              <a:rPr lang="ru-RU" sz="5400" dirty="0" err="1">
                <a:gradFill flip="none" rotWithShape="1">
                  <a:gsLst>
                    <a:gs pos="0">
                      <a:srgbClr val="34E234"/>
                    </a:gs>
                    <a:gs pos="50594">
                      <a:srgbClr val="22E5A0"/>
                    </a:gs>
                    <a:gs pos="100000">
                      <a:srgbClr val="5AB0FF"/>
                    </a:gs>
                  </a:gsLst>
                  <a:lin ang="0" scaled="0"/>
                </a:gradFill>
                <a:latin typeface="SB Sans Display Semibold"/>
                <a:cs typeface="SB Sans Display Semibold"/>
              </a:rPr>
              <a:t>convention</a:t>
            </a:r>
            <a:r>
              <a:rPr lang="ru-RU" sz="5400" dirty="0">
                <a:gradFill flip="none" rotWithShape="1">
                  <a:gsLst>
                    <a:gs pos="0">
                      <a:srgbClr val="34E234"/>
                    </a:gs>
                    <a:gs pos="50594">
                      <a:srgbClr val="22E5A0"/>
                    </a:gs>
                    <a:gs pos="100000">
                      <a:srgbClr val="5AB0FF"/>
                    </a:gs>
                  </a:gsLst>
                  <a:lin ang="0" scaled="0"/>
                </a:gradFill>
                <a:latin typeface="SB Sans Display Semibold"/>
                <a:cs typeface="SB Sans Display Semibold"/>
              </a:rPr>
              <a:t> </a:t>
            </a:r>
            <a:r>
              <a:rPr lang="ru-RU" sz="5400" dirty="0" err="1">
                <a:gradFill flip="none" rotWithShape="1">
                  <a:gsLst>
                    <a:gs pos="0">
                      <a:srgbClr val="34E234"/>
                    </a:gs>
                    <a:gs pos="50594">
                      <a:srgbClr val="22E5A0"/>
                    </a:gs>
                    <a:gs pos="100000">
                      <a:srgbClr val="5AB0FF"/>
                    </a:gs>
                  </a:gsLst>
                  <a:lin ang="0" scaled="0"/>
                </a:gradFill>
                <a:latin typeface="SB Sans Display Semibold"/>
                <a:cs typeface="SB Sans Display Semibold"/>
              </a:rPr>
              <a:t>over</a:t>
            </a:r>
            <a:r>
              <a:rPr lang="ru-RU" sz="5400" dirty="0">
                <a:gradFill flip="none" rotWithShape="1">
                  <a:gsLst>
                    <a:gs pos="0">
                      <a:srgbClr val="34E234"/>
                    </a:gs>
                    <a:gs pos="50594">
                      <a:srgbClr val="22E5A0"/>
                    </a:gs>
                    <a:gs pos="100000">
                      <a:srgbClr val="5AB0FF"/>
                    </a:gs>
                  </a:gsLst>
                  <a:lin ang="0" scaled="0"/>
                </a:gradFill>
                <a:latin typeface="SB Sans Display Semibold"/>
                <a:cs typeface="SB Sans Display Semibold"/>
              </a:rPr>
              <a:t> </a:t>
            </a:r>
            <a:r>
              <a:rPr lang="ru-RU" sz="5400" dirty="0" err="1">
                <a:gradFill flip="none" rotWithShape="1">
                  <a:gsLst>
                    <a:gs pos="0">
                      <a:srgbClr val="34E234"/>
                    </a:gs>
                    <a:gs pos="50594">
                      <a:srgbClr val="22E5A0"/>
                    </a:gs>
                    <a:gs pos="100000">
                      <a:srgbClr val="5AB0FF"/>
                    </a:gs>
                  </a:gsLst>
                  <a:lin ang="0" scaled="0"/>
                </a:gradFill>
                <a:latin typeface="SB Sans Display Semibold"/>
                <a:cs typeface="SB Sans Display Semibold"/>
              </a:rPr>
              <a:t>configuration</a:t>
            </a:r>
            <a:r>
              <a:rPr lang="ru-RU" sz="5400" dirty="0">
                <a:gradFill flip="none" rotWithShape="1">
                  <a:gsLst>
                    <a:gs pos="0">
                      <a:srgbClr val="34E234"/>
                    </a:gs>
                    <a:gs pos="50594">
                      <a:srgbClr val="22E5A0"/>
                    </a:gs>
                    <a:gs pos="100000">
                      <a:srgbClr val="5AB0FF"/>
                    </a:gs>
                  </a:gsLst>
                  <a:lin ang="0" scaled="0"/>
                </a:gradFill>
                <a:latin typeface="SB Sans Display Semibold"/>
                <a:cs typeface="SB Sans Display Semibold"/>
              </a:rPr>
              <a:t>" (конвенция важнее конфигурации)</a:t>
            </a:r>
            <a:r>
              <a:rPr lang="ru-RU" sz="5400" dirty="0"/>
              <a:t>, позволяя разработчикам быстрее запускать приложения, сосредоточиться на бизнес-логике и писать меньше шаблонного кода.</a:t>
            </a:r>
          </a:p>
        </p:txBody>
      </p:sp>
      <p:sp>
        <p:nvSpPr>
          <p:cNvPr id="1014" name="2"/>
          <p:cNvSpPr txBox="1"/>
          <p:nvPr/>
        </p:nvSpPr>
        <p:spPr>
          <a:xfrm>
            <a:off x="22757343" y="12515746"/>
            <a:ext cx="102657" cy="34310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 algn="r">
              <a:lnSpc>
                <a:spcPct val="110000"/>
              </a:lnSpc>
              <a:defRPr sz="1500">
                <a:solidFill>
                  <a:srgbClr val="FFFFFF"/>
                </a:solidFill>
                <a:latin typeface="SB Sans Text"/>
                <a:ea typeface="SB Sans Text"/>
                <a:cs typeface="SB Sans Text"/>
                <a:sym typeface="SB Sans Text"/>
              </a:defRPr>
            </a:lvl1pPr>
          </a:lstStyle>
          <a:p>
            <a:endParaRPr dirty="0"/>
          </a:p>
        </p:txBody>
      </p:sp>
      <p:grpSp>
        <p:nvGrpSpPr>
          <p:cNvPr id="1017" name="Сгруппировать"/>
          <p:cNvGrpSpPr/>
          <p:nvPr/>
        </p:nvGrpSpPr>
        <p:grpSpPr>
          <a:xfrm>
            <a:off x="12192000" y="-857250"/>
            <a:ext cx="1524000" cy="857250"/>
            <a:chOff x="0" y="0"/>
            <a:chExt cx="1524000" cy="857250"/>
          </a:xfrm>
        </p:grpSpPr>
        <p:sp>
          <p:nvSpPr>
            <p:cNvPr id="1015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34E234">
                <a:alpha val="50172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1016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1020" name="Сгруппировать"/>
          <p:cNvGrpSpPr/>
          <p:nvPr/>
        </p:nvGrpSpPr>
        <p:grpSpPr>
          <a:xfrm>
            <a:off x="10668000" y="-1714500"/>
            <a:ext cx="1524000" cy="857250"/>
            <a:chOff x="0" y="0"/>
            <a:chExt cx="1524000" cy="857250"/>
          </a:xfrm>
        </p:grpSpPr>
        <p:sp>
          <p:nvSpPr>
            <p:cNvPr id="1018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1019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1023" name="Сгруппировать"/>
          <p:cNvGrpSpPr/>
          <p:nvPr/>
        </p:nvGrpSpPr>
        <p:grpSpPr>
          <a:xfrm>
            <a:off x="13716000" y="-1714500"/>
            <a:ext cx="1524000" cy="857250"/>
            <a:chOff x="0" y="0"/>
            <a:chExt cx="1524000" cy="857250"/>
          </a:xfrm>
        </p:grpSpPr>
        <p:sp>
          <p:nvSpPr>
            <p:cNvPr id="1021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1022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1026" name="Сгруппировать"/>
          <p:cNvGrpSpPr/>
          <p:nvPr/>
        </p:nvGrpSpPr>
        <p:grpSpPr>
          <a:xfrm>
            <a:off x="9144000" y="-857250"/>
            <a:ext cx="1524000" cy="857250"/>
            <a:chOff x="0" y="0"/>
            <a:chExt cx="1524000" cy="857250"/>
          </a:xfrm>
        </p:grpSpPr>
        <p:sp>
          <p:nvSpPr>
            <p:cNvPr id="1024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1025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1029" name="Сгруппировать"/>
          <p:cNvGrpSpPr/>
          <p:nvPr/>
        </p:nvGrpSpPr>
        <p:grpSpPr>
          <a:xfrm>
            <a:off x="7620000" y="-1714500"/>
            <a:ext cx="1524000" cy="857250"/>
            <a:chOff x="0" y="0"/>
            <a:chExt cx="1524000" cy="857250"/>
          </a:xfrm>
        </p:grpSpPr>
        <p:sp>
          <p:nvSpPr>
            <p:cNvPr id="1027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1028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1032" name="Сгруппировать"/>
          <p:cNvGrpSpPr/>
          <p:nvPr/>
        </p:nvGrpSpPr>
        <p:grpSpPr>
          <a:xfrm>
            <a:off x="6096000" y="-857250"/>
            <a:ext cx="1524000" cy="857250"/>
            <a:chOff x="0" y="0"/>
            <a:chExt cx="1524000" cy="857250"/>
          </a:xfrm>
        </p:grpSpPr>
        <p:sp>
          <p:nvSpPr>
            <p:cNvPr id="1030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1031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1035" name="Сгруппировать"/>
          <p:cNvGrpSpPr/>
          <p:nvPr/>
        </p:nvGrpSpPr>
        <p:grpSpPr>
          <a:xfrm>
            <a:off x="4572000" y="-1714500"/>
            <a:ext cx="1524000" cy="857250"/>
            <a:chOff x="0" y="0"/>
            <a:chExt cx="1524000" cy="857250"/>
          </a:xfrm>
        </p:grpSpPr>
        <p:sp>
          <p:nvSpPr>
            <p:cNvPr id="1033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1034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1038" name="Сгруппировать"/>
          <p:cNvGrpSpPr/>
          <p:nvPr/>
        </p:nvGrpSpPr>
        <p:grpSpPr>
          <a:xfrm>
            <a:off x="3048000" y="-857250"/>
            <a:ext cx="1524000" cy="857250"/>
            <a:chOff x="0" y="0"/>
            <a:chExt cx="1524000" cy="857250"/>
          </a:xfrm>
        </p:grpSpPr>
        <p:sp>
          <p:nvSpPr>
            <p:cNvPr id="1036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1037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1041" name="Сгруппировать"/>
          <p:cNvGrpSpPr/>
          <p:nvPr/>
        </p:nvGrpSpPr>
        <p:grpSpPr>
          <a:xfrm>
            <a:off x="1524000" y="-1714500"/>
            <a:ext cx="1524000" cy="857250"/>
            <a:chOff x="0" y="0"/>
            <a:chExt cx="1524000" cy="857250"/>
          </a:xfrm>
        </p:grpSpPr>
        <p:sp>
          <p:nvSpPr>
            <p:cNvPr id="1039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1040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1044" name="Сгруппировать"/>
          <p:cNvGrpSpPr/>
          <p:nvPr/>
        </p:nvGrpSpPr>
        <p:grpSpPr>
          <a:xfrm>
            <a:off x="0" y="-857250"/>
            <a:ext cx="1524001" cy="857250"/>
            <a:chOff x="0" y="0"/>
            <a:chExt cx="1524000" cy="857250"/>
          </a:xfrm>
        </p:grpSpPr>
        <p:sp>
          <p:nvSpPr>
            <p:cNvPr id="1042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1043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1047" name="Сгруппировать"/>
          <p:cNvGrpSpPr/>
          <p:nvPr/>
        </p:nvGrpSpPr>
        <p:grpSpPr>
          <a:xfrm>
            <a:off x="16764000" y="-1714500"/>
            <a:ext cx="1524000" cy="857250"/>
            <a:chOff x="0" y="0"/>
            <a:chExt cx="1524000" cy="857250"/>
          </a:xfrm>
        </p:grpSpPr>
        <p:sp>
          <p:nvSpPr>
            <p:cNvPr id="1045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1046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1050" name="Сгруппировать"/>
          <p:cNvGrpSpPr/>
          <p:nvPr/>
        </p:nvGrpSpPr>
        <p:grpSpPr>
          <a:xfrm>
            <a:off x="15240000" y="-857250"/>
            <a:ext cx="1524000" cy="857250"/>
            <a:chOff x="0" y="0"/>
            <a:chExt cx="1524000" cy="857250"/>
          </a:xfrm>
        </p:grpSpPr>
        <p:sp>
          <p:nvSpPr>
            <p:cNvPr id="1048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1049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1053" name="Сгруппировать"/>
          <p:cNvGrpSpPr/>
          <p:nvPr/>
        </p:nvGrpSpPr>
        <p:grpSpPr>
          <a:xfrm>
            <a:off x="19812000" y="-1714500"/>
            <a:ext cx="1524000" cy="857250"/>
            <a:chOff x="0" y="0"/>
            <a:chExt cx="1524000" cy="857250"/>
          </a:xfrm>
        </p:grpSpPr>
        <p:sp>
          <p:nvSpPr>
            <p:cNvPr id="1051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1052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1056" name="Сгруппировать"/>
          <p:cNvGrpSpPr/>
          <p:nvPr/>
        </p:nvGrpSpPr>
        <p:grpSpPr>
          <a:xfrm>
            <a:off x="18288000" y="-857250"/>
            <a:ext cx="1524000" cy="857250"/>
            <a:chOff x="0" y="0"/>
            <a:chExt cx="1524000" cy="857250"/>
          </a:xfrm>
        </p:grpSpPr>
        <p:sp>
          <p:nvSpPr>
            <p:cNvPr id="1054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1055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1059" name="Сгруппировать"/>
          <p:cNvGrpSpPr/>
          <p:nvPr/>
        </p:nvGrpSpPr>
        <p:grpSpPr>
          <a:xfrm>
            <a:off x="22860000" y="-1714500"/>
            <a:ext cx="1524000" cy="857250"/>
            <a:chOff x="0" y="0"/>
            <a:chExt cx="1524000" cy="857250"/>
          </a:xfrm>
        </p:grpSpPr>
        <p:sp>
          <p:nvSpPr>
            <p:cNvPr id="1057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1058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1062" name="Сгруппировать"/>
          <p:cNvGrpSpPr/>
          <p:nvPr/>
        </p:nvGrpSpPr>
        <p:grpSpPr>
          <a:xfrm>
            <a:off x="21336000" y="-857250"/>
            <a:ext cx="1524000" cy="857250"/>
            <a:chOff x="0" y="0"/>
            <a:chExt cx="1524000" cy="857250"/>
          </a:xfrm>
        </p:grpSpPr>
        <p:sp>
          <p:nvSpPr>
            <p:cNvPr id="1060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1061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1065" name="Сгруппировать"/>
          <p:cNvGrpSpPr/>
          <p:nvPr/>
        </p:nvGrpSpPr>
        <p:grpSpPr>
          <a:xfrm>
            <a:off x="-1524000" y="0"/>
            <a:ext cx="1524000" cy="857251"/>
            <a:chOff x="0" y="0"/>
            <a:chExt cx="1524000" cy="857250"/>
          </a:xfrm>
        </p:grpSpPr>
        <p:sp>
          <p:nvSpPr>
            <p:cNvPr id="1063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1064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1068" name="Сгруппировать"/>
          <p:cNvGrpSpPr/>
          <p:nvPr/>
        </p:nvGrpSpPr>
        <p:grpSpPr>
          <a:xfrm>
            <a:off x="-1524000" y="12858750"/>
            <a:ext cx="1524000" cy="857250"/>
            <a:chOff x="0" y="0"/>
            <a:chExt cx="1524000" cy="857250"/>
          </a:xfrm>
        </p:grpSpPr>
        <p:sp>
          <p:nvSpPr>
            <p:cNvPr id="1066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1067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1071" name="Сгруппировать"/>
          <p:cNvGrpSpPr/>
          <p:nvPr/>
        </p:nvGrpSpPr>
        <p:grpSpPr>
          <a:xfrm>
            <a:off x="-1651000" y="12001500"/>
            <a:ext cx="1524000" cy="857250"/>
            <a:chOff x="0" y="0"/>
            <a:chExt cx="1524000" cy="857250"/>
          </a:xfrm>
        </p:grpSpPr>
        <p:sp>
          <p:nvSpPr>
            <p:cNvPr id="1069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1070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1390504168"/>
      </p:ext>
    </p:extLst>
  </p:cSld>
  <p:clrMapOvr>
    <a:masterClrMapping/>
  </p:clrMapOvr>
  <p:transition spd="med"/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0" name="Экосистема"/>
          <p:cNvSpPr txBox="1"/>
          <p:nvPr/>
        </p:nvSpPr>
        <p:spPr>
          <a:xfrm>
            <a:off x="1524000" y="1338870"/>
            <a:ext cx="18115537" cy="12475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>
            <a:spAutoFit/>
          </a:bodyPr>
          <a:lstStyle>
            <a:lvl1pPr algn="l">
              <a:lnSpc>
                <a:spcPct val="70000"/>
              </a:lnSpc>
              <a:defRPr sz="10000" spc="-100">
                <a:solidFill>
                  <a:srgbClr val="FFFFFF"/>
                </a:solidFill>
                <a:latin typeface="SB Sans Display Semibold"/>
                <a:ea typeface="SB Sans Display Semibold"/>
                <a:cs typeface="SB Sans Display Semibold"/>
                <a:sym typeface="SB Sans Display Semibold"/>
              </a:defRPr>
            </a:lvl1pPr>
          </a:lstStyle>
          <a:p>
            <a:r>
              <a:rPr lang="en-US" sz="9600" dirty="0"/>
              <a:t>Convention Over Configuration</a:t>
            </a:r>
            <a:endParaRPr lang="ru-RU" sz="9600" dirty="0"/>
          </a:p>
        </p:txBody>
      </p:sp>
      <p:sp>
        <p:nvSpPr>
          <p:cNvPr id="1013" name="Начало контента"/>
          <p:cNvSpPr txBox="1"/>
          <p:nvPr/>
        </p:nvSpPr>
        <p:spPr>
          <a:xfrm>
            <a:off x="1549400" y="2844981"/>
            <a:ext cx="21498560" cy="830868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50800" tIns="50800" rIns="50800" bIns="50800">
            <a:spAutoFit/>
          </a:bodyPr>
          <a:lstStyle>
            <a:lvl1pPr algn="l">
              <a:lnSpc>
                <a:spcPct val="110000"/>
              </a:lnSpc>
              <a:defRPr sz="3000">
                <a:solidFill>
                  <a:srgbClr val="FFFFFF"/>
                </a:solidFill>
                <a:latin typeface="SB Sans Text Light"/>
                <a:ea typeface="SB Sans Text Light"/>
                <a:cs typeface="SB Sans Text Light"/>
                <a:sym typeface="SB Sans Text Light"/>
              </a:defRPr>
            </a:lvl1pPr>
          </a:lstStyle>
          <a:p>
            <a:r>
              <a:rPr lang="ru-RU" sz="5400" dirty="0" err="1"/>
              <a:t>Spring</a:t>
            </a:r>
            <a:r>
              <a:rPr lang="ru-RU" sz="5400" dirty="0"/>
              <a:t> </a:t>
            </a:r>
            <a:r>
              <a:rPr lang="ru-RU" sz="5400" dirty="0" err="1"/>
              <a:t>Boot</a:t>
            </a:r>
            <a:r>
              <a:rPr lang="ru-RU" sz="5400" dirty="0"/>
              <a:t> реализует принцип </a:t>
            </a:r>
            <a:r>
              <a:rPr lang="ru-RU" sz="5400" dirty="0">
                <a:gradFill flip="none" rotWithShape="1">
                  <a:gsLst>
                    <a:gs pos="0">
                      <a:srgbClr val="34E234"/>
                    </a:gs>
                    <a:gs pos="50594">
                      <a:srgbClr val="22E5A0"/>
                    </a:gs>
                    <a:gs pos="100000">
                      <a:srgbClr val="5AB0FF"/>
                    </a:gs>
                  </a:gsLst>
                  <a:lin ang="0" scaled="0"/>
                </a:gradFill>
                <a:latin typeface="SB Sans Display Semibold"/>
                <a:cs typeface="SB Sans Display Semibold"/>
              </a:rPr>
              <a:t>"</a:t>
            </a:r>
            <a:r>
              <a:rPr lang="ru-RU" sz="5400" dirty="0" err="1">
                <a:gradFill flip="none" rotWithShape="1">
                  <a:gsLst>
                    <a:gs pos="0">
                      <a:srgbClr val="34E234"/>
                    </a:gs>
                    <a:gs pos="50594">
                      <a:srgbClr val="22E5A0"/>
                    </a:gs>
                    <a:gs pos="100000">
                      <a:srgbClr val="5AB0FF"/>
                    </a:gs>
                  </a:gsLst>
                  <a:lin ang="0" scaled="0"/>
                </a:gradFill>
                <a:latin typeface="SB Sans Display Semibold"/>
                <a:cs typeface="SB Sans Display Semibold"/>
              </a:rPr>
              <a:t>convention</a:t>
            </a:r>
            <a:r>
              <a:rPr lang="ru-RU" sz="5400" dirty="0">
                <a:gradFill flip="none" rotWithShape="1">
                  <a:gsLst>
                    <a:gs pos="0">
                      <a:srgbClr val="34E234"/>
                    </a:gs>
                    <a:gs pos="50594">
                      <a:srgbClr val="22E5A0"/>
                    </a:gs>
                    <a:gs pos="100000">
                      <a:srgbClr val="5AB0FF"/>
                    </a:gs>
                  </a:gsLst>
                  <a:lin ang="0" scaled="0"/>
                </a:gradFill>
                <a:latin typeface="SB Sans Display Semibold"/>
                <a:cs typeface="SB Sans Display Semibold"/>
              </a:rPr>
              <a:t> </a:t>
            </a:r>
            <a:r>
              <a:rPr lang="ru-RU" sz="5400" dirty="0" err="1">
                <a:gradFill flip="none" rotWithShape="1">
                  <a:gsLst>
                    <a:gs pos="0">
                      <a:srgbClr val="34E234"/>
                    </a:gs>
                    <a:gs pos="50594">
                      <a:srgbClr val="22E5A0"/>
                    </a:gs>
                    <a:gs pos="100000">
                      <a:srgbClr val="5AB0FF"/>
                    </a:gs>
                  </a:gsLst>
                  <a:lin ang="0" scaled="0"/>
                </a:gradFill>
                <a:latin typeface="SB Sans Display Semibold"/>
                <a:cs typeface="SB Sans Display Semibold"/>
              </a:rPr>
              <a:t>over</a:t>
            </a:r>
            <a:r>
              <a:rPr lang="ru-RU" sz="5400" dirty="0">
                <a:gradFill flip="none" rotWithShape="1">
                  <a:gsLst>
                    <a:gs pos="0">
                      <a:srgbClr val="34E234"/>
                    </a:gs>
                    <a:gs pos="50594">
                      <a:srgbClr val="22E5A0"/>
                    </a:gs>
                    <a:gs pos="100000">
                      <a:srgbClr val="5AB0FF"/>
                    </a:gs>
                  </a:gsLst>
                  <a:lin ang="0" scaled="0"/>
                </a:gradFill>
                <a:latin typeface="SB Sans Display Semibold"/>
                <a:cs typeface="SB Sans Display Semibold"/>
              </a:rPr>
              <a:t> </a:t>
            </a:r>
            <a:r>
              <a:rPr lang="ru-RU" sz="5400" dirty="0" err="1">
                <a:gradFill flip="none" rotWithShape="1">
                  <a:gsLst>
                    <a:gs pos="0">
                      <a:srgbClr val="34E234"/>
                    </a:gs>
                    <a:gs pos="50594">
                      <a:srgbClr val="22E5A0"/>
                    </a:gs>
                    <a:gs pos="100000">
                      <a:srgbClr val="5AB0FF"/>
                    </a:gs>
                  </a:gsLst>
                  <a:lin ang="0" scaled="0"/>
                </a:gradFill>
                <a:latin typeface="SB Sans Display Semibold"/>
                <a:cs typeface="SB Sans Display Semibold"/>
              </a:rPr>
              <a:t>configuration</a:t>
            </a:r>
            <a:r>
              <a:rPr lang="ru-RU" sz="5400" dirty="0">
                <a:gradFill flip="none" rotWithShape="1">
                  <a:gsLst>
                    <a:gs pos="0">
                      <a:srgbClr val="34E234"/>
                    </a:gs>
                    <a:gs pos="50594">
                      <a:srgbClr val="22E5A0"/>
                    </a:gs>
                    <a:gs pos="100000">
                      <a:srgbClr val="5AB0FF"/>
                    </a:gs>
                  </a:gsLst>
                  <a:lin ang="0" scaled="0"/>
                </a:gradFill>
                <a:latin typeface="SB Sans Display Semibold"/>
                <a:cs typeface="SB Sans Display Semibold"/>
              </a:rPr>
              <a:t>" (конвенция важнее конфигурации)</a:t>
            </a:r>
            <a:r>
              <a:rPr lang="ru-RU" sz="5400" dirty="0"/>
              <a:t>, позволяя разработчикам быстрее запускать приложения, сосредоточиться на бизнес-логике и писать меньше шаблонного кода.</a:t>
            </a:r>
          </a:p>
          <a:p>
            <a:endParaRPr lang="ru-RU" sz="5400" dirty="0"/>
          </a:p>
          <a:p>
            <a:r>
              <a:rPr lang="ru-RU" sz="5400" dirty="0"/>
              <a:t>Это подход, при котором фреймворк предоставляет разумные настройки "по умолчанию". Если следовать стандартной структуре и правилам, то </a:t>
            </a:r>
            <a:r>
              <a:rPr lang="ru-RU" sz="5400" dirty="0">
                <a:gradFill flip="none" rotWithShape="1">
                  <a:gsLst>
                    <a:gs pos="0">
                      <a:srgbClr val="34E234"/>
                    </a:gs>
                    <a:gs pos="50594">
                      <a:srgbClr val="22E5A0"/>
                    </a:gs>
                    <a:gs pos="100000">
                      <a:srgbClr val="5AB0FF"/>
                    </a:gs>
                  </a:gsLst>
                  <a:lin ang="0" scaled="0"/>
                </a:gradFill>
                <a:latin typeface="SB Sans Display Semibold"/>
                <a:cs typeface="SB Sans Display Semibold"/>
              </a:rPr>
              <a:t>не нужно настраивать ничего вручную — всё просто "работает".</a:t>
            </a:r>
          </a:p>
        </p:txBody>
      </p:sp>
      <p:sp>
        <p:nvSpPr>
          <p:cNvPr id="1014" name="2"/>
          <p:cNvSpPr txBox="1"/>
          <p:nvPr/>
        </p:nvSpPr>
        <p:spPr>
          <a:xfrm>
            <a:off x="22757343" y="12515746"/>
            <a:ext cx="102657" cy="34310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 algn="r">
              <a:lnSpc>
                <a:spcPct val="110000"/>
              </a:lnSpc>
              <a:defRPr sz="1500">
                <a:solidFill>
                  <a:srgbClr val="FFFFFF"/>
                </a:solidFill>
                <a:latin typeface="SB Sans Text"/>
                <a:ea typeface="SB Sans Text"/>
                <a:cs typeface="SB Sans Text"/>
                <a:sym typeface="SB Sans Text"/>
              </a:defRPr>
            </a:lvl1pPr>
          </a:lstStyle>
          <a:p>
            <a:endParaRPr dirty="0"/>
          </a:p>
        </p:txBody>
      </p:sp>
      <p:grpSp>
        <p:nvGrpSpPr>
          <p:cNvPr id="1017" name="Сгруппировать"/>
          <p:cNvGrpSpPr/>
          <p:nvPr/>
        </p:nvGrpSpPr>
        <p:grpSpPr>
          <a:xfrm>
            <a:off x="12192000" y="-857250"/>
            <a:ext cx="1524000" cy="857250"/>
            <a:chOff x="0" y="0"/>
            <a:chExt cx="1524000" cy="857250"/>
          </a:xfrm>
        </p:grpSpPr>
        <p:sp>
          <p:nvSpPr>
            <p:cNvPr id="1015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34E234">
                <a:alpha val="50172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1016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1020" name="Сгруппировать"/>
          <p:cNvGrpSpPr/>
          <p:nvPr/>
        </p:nvGrpSpPr>
        <p:grpSpPr>
          <a:xfrm>
            <a:off x="10668000" y="-1714500"/>
            <a:ext cx="1524000" cy="857250"/>
            <a:chOff x="0" y="0"/>
            <a:chExt cx="1524000" cy="857250"/>
          </a:xfrm>
        </p:grpSpPr>
        <p:sp>
          <p:nvSpPr>
            <p:cNvPr id="1018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1019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1023" name="Сгруппировать"/>
          <p:cNvGrpSpPr/>
          <p:nvPr/>
        </p:nvGrpSpPr>
        <p:grpSpPr>
          <a:xfrm>
            <a:off x="13716000" y="-1714500"/>
            <a:ext cx="1524000" cy="857250"/>
            <a:chOff x="0" y="0"/>
            <a:chExt cx="1524000" cy="857250"/>
          </a:xfrm>
        </p:grpSpPr>
        <p:sp>
          <p:nvSpPr>
            <p:cNvPr id="1021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1022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1026" name="Сгруппировать"/>
          <p:cNvGrpSpPr/>
          <p:nvPr/>
        </p:nvGrpSpPr>
        <p:grpSpPr>
          <a:xfrm>
            <a:off x="9144000" y="-857250"/>
            <a:ext cx="1524000" cy="857250"/>
            <a:chOff x="0" y="0"/>
            <a:chExt cx="1524000" cy="857250"/>
          </a:xfrm>
        </p:grpSpPr>
        <p:sp>
          <p:nvSpPr>
            <p:cNvPr id="1024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1025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1029" name="Сгруппировать"/>
          <p:cNvGrpSpPr/>
          <p:nvPr/>
        </p:nvGrpSpPr>
        <p:grpSpPr>
          <a:xfrm>
            <a:off x="7620000" y="-1714500"/>
            <a:ext cx="1524000" cy="857250"/>
            <a:chOff x="0" y="0"/>
            <a:chExt cx="1524000" cy="857250"/>
          </a:xfrm>
        </p:grpSpPr>
        <p:sp>
          <p:nvSpPr>
            <p:cNvPr id="1027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1028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1032" name="Сгруппировать"/>
          <p:cNvGrpSpPr/>
          <p:nvPr/>
        </p:nvGrpSpPr>
        <p:grpSpPr>
          <a:xfrm>
            <a:off x="6096000" y="-857250"/>
            <a:ext cx="1524000" cy="857250"/>
            <a:chOff x="0" y="0"/>
            <a:chExt cx="1524000" cy="857250"/>
          </a:xfrm>
        </p:grpSpPr>
        <p:sp>
          <p:nvSpPr>
            <p:cNvPr id="1030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1031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1035" name="Сгруппировать"/>
          <p:cNvGrpSpPr/>
          <p:nvPr/>
        </p:nvGrpSpPr>
        <p:grpSpPr>
          <a:xfrm>
            <a:off x="4572000" y="-1714500"/>
            <a:ext cx="1524000" cy="857250"/>
            <a:chOff x="0" y="0"/>
            <a:chExt cx="1524000" cy="857250"/>
          </a:xfrm>
        </p:grpSpPr>
        <p:sp>
          <p:nvSpPr>
            <p:cNvPr id="1033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1034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1038" name="Сгруппировать"/>
          <p:cNvGrpSpPr/>
          <p:nvPr/>
        </p:nvGrpSpPr>
        <p:grpSpPr>
          <a:xfrm>
            <a:off x="3048000" y="-857250"/>
            <a:ext cx="1524000" cy="857250"/>
            <a:chOff x="0" y="0"/>
            <a:chExt cx="1524000" cy="857250"/>
          </a:xfrm>
        </p:grpSpPr>
        <p:sp>
          <p:nvSpPr>
            <p:cNvPr id="1036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1037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1041" name="Сгруппировать"/>
          <p:cNvGrpSpPr/>
          <p:nvPr/>
        </p:nvGrpSpPr>
        <p:grpSpPr>
          <a:xfrm>
            <a:off x="1524000" y="-1714500"/>
            <a:ext cx="1524000" cy="857250"/>
            <a:chOff x="0" y="0"/>
            <a:chExt cx="1524000" cy="857250"/>
          </a:xfrm>
        </p:grpSpPr>
        <p:sp>
          <p:nvSpPr>
            <p:cNvPr id="1039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1040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1044" name="Сгруппировать"/>
          <p:cNvGrpSpPr/>
          <p:nvPr/>
        </p:nvGrpSpPr>
        <p:grpSpPr>
          <a:xfrm>
            <a:off x="0" y="-857250"/>
            <a:ext cx="1524001" cy="857250"/>
            <a:chOff x="0" y="0"/>
            <a:chExt cx="1524000" cy="857250"/>
          </a:xfrm>
        </p:grpSpPr>
        <p:sp>
          <p:nvSpPr>
            <p:cNvPr id="1042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1043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1047" name="Сгруппировать"/>
          <p:cNvGrpSpPr/>
          <p:nvPr/>
        </p:nvGrpSpPr>
        <p:grpSpPr>
          <a:xfrm>
            <a:off x="16764000" y="-1714500"/>
            <a:ext cx="1524000" cy="857250"/>
            <a:chOff x="0" y="0"/>
            <a:chExt cx="1524000" cy="857250"/>
          </a:xfrm>
        </p:grpSpPr>
        <p:sp>
          <p:nvSpPr>
            <p:cNvPr id="1045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1046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1050" name="Сгруппировать"/>
          <p:cNvGrpSpPr/>
          <p:nvPr/>
        </p:nvGrpSpPr>
        <p:grpSpPr>
          <a:xfrm>
            <a:off x="15240000" y="-857250"/>
            <a:ext cx="1524000" cy="857250"/>
            <a:chOff x="0" y="0"/>
            <a:chExt cx="1524000" cy="857250"/>
          </a:xfrm>
        </p:grpSpPr>
        <p:sp>
          <p:nvSpPr>
            <p:cNvPr id="1048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1049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1053" name="Сгруппировать"/>
          <p:cNvGrpSpPr/>
          <p:nvPr/>
        </p:nvGrpSpPr>
        <p:grpSpPr>
          <a:xfrm>
            <a:off x="19812000" y="-1714500"/>
            <a:ext cx="1524000" cy="857250"/>
            <a:chOff x="0" y="0"/>
            <a:chExt cx="1524000" cy="857250"/>
          </a:xfrm>
        </p:grpSpPr>
        <p:sp>
          <p:nvSpPr>
            <p:cNvPr id="1051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1052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1056" name="Сгруппировать"/>
          <p:cNvGrpSpPr/>
          <p:nvPr/>
        </p:nvGrpSpPr>
        <p:grpSpPr>
          <a:xfrm>
            <a:off x="18288000" y="-857250"/>
            <a:ext cx="1524000" cy="857250"/>
            <a:chOff x="0" y="0"/>
            <a:chExt cx="1524000" cy="857250"/>
          </a:xfrm>
        </p:grpSpPr>
        <p:sp>
          <p:nvSpPr>
            <p:cNvPr id="1054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1055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1059" name="Сгруппировать"/>
          <p:cNvGrpSpPr/>
          <p:nvPr/>
        </p:nvGrpSpPr>
        <p:grpSpPr>
          <a:xfrm>
            <a:off x="22860000" y="-1714500"/>
            <a:ext cx="1524000" cy="857250"/>
            <a:chOff x="0" y="0"/>
            <a:chExt cx="1524000" cy="857250"/>
          </a:xfrm>
        </p:grpSpPr>
        <p:sp>
          <p:nvSpPr>
            <p:cNvPr id="1057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1058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1062" name="Сгруппировать"/>
          <p:cNvGrpSpPr/>
          <p:nvPr/>
        </p:nvGrpSpPr>
        <p:grpSpPr>
          <a:xfrm>
            <a:off x="21336000" y="-857250"/>
            <a:ext cx="1524000" cy="857250"/>
            <a:chOff x="0" y="0"/>
            <a:chExt cx="1524000" cy="857250"/>
          </a:xfrm>
        </p:grpSpPr>
        <p:sp>
          <p:nvSpPr>
            <p:cNvPr id="1060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1061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1065" name="Сгруппировать"/>
          <p:cNvGrpSpPr/>
          <p:nvPr/>
        </p:nvGrpSpPr>
        <p:grpSpPr>
          <a:xfrm>
            <a:off x="-1524000" y="0"/>
            <a:ext cx="1524000" cy="857251"/>
            <a:chOff x="0" y="0"/>
            <a:chExt cx="1524000" cy="857250"/>
          </a:xfrm>
        </p:grpSpPr>
        <p:sp>
          <p:nvSpPr>
            <p:cNvPr id="1063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1064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1068" name="Сгруппировать"/>
          <p:cNvGrpSpPr/>
          <p:nvPr/>
        </p:nvGrpSpPr>
        <p:grpSpPr>
          <a:xfrm>
            <a:off x="-1524000" y="12858750"/>
            <a:ext cx="1524000" cy="857250"/>
            <a:chOff x="0" y="0"/>
            <a:chExt cx="1524000" cy="857250"/>
          </a:xfrm>
        </p:grpSpPr>
        <p:sp>
          <p:nvSpPr>
            <p:cNvPr id="1066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1067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1071" name="Сгруппировать"/>
          <p:cNvGrpSpPr/>
          <p:nvPr/>
        </p:nvGrpSpPr>
        <p:grpSpPr>
          <a:xfrm>
            <a:off x="-1651000" y="12001500"/>
            <a:ext cx="1524000" cy="857250"/>
            <a:chOff x="0" y="0"/>
            <a:chExt cx="1524000" cy="857250"/>
          </a:xfrm>
        </p:grpSpPr>
        <p:sp>
          <p:nvSpPr>
            <p:cNvPr id="1069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1070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1906568755"/>
      </p:ext>
    </p:extLst>
  </p:cSld>
  <p:clrMapOvr>
    <a:masterClrMapping/>
  </p:clrMapOvr>
  <p:transition spd="med"/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0" name="Экосистема"/>
          <p:cNvSpPr txBox="1"/>
          <p:nvPr/>
        </p:nvSpPr>
        <p:spPr>
          <a:xfrm>
            <a:off x="1524000" y="1338870"/>
            <a:ext cx="9231694" cy="12475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>
            <a:spAutoFit/>
          </a:bodyPr>
          <a:lstStyle>
            <a:lvl1pPr algn="l">
              <a:lnSpc>
                <a:spcPct val="70000"/>
              </a:lnSpc>
              <a:defRPr sz="10000" spc="-100">
                <a:solidFill>
                  <a:srgbClr val="FFFFFF"/>
                </a:solidFill>
                <a:latin typeface="SB Sans Display Semibold"/>
                <a:ea typeface="SB Sans Display Semibold"/>
                <a:cs typeface="SB Sans Display Semibold"/>
                <a:sym typeface="SB Sans Display Semibold"/>
              </a:defRPr>
            </a:lvl1pPr>
          </a:lstStyle>
          <a:p>
            <a:r>
              <a:rPr lang="en-US" sz="9600" dirty="0"/>
              <a:t>Spring </a:t>
            </a:r>
            <a:r>
              <a:rPr lang="en-US" sz="9600" dirty="0" err="1"/>
              <a:t>Initializr</a:t>
            </a:r>
            <a:endParaRPr lang="ru-RU" sz="9600" dirty="0"/>
          </a:p>
        </p:txBody>
      </p:sp>
      <p:sp>
        <p:nvSpPr>
          <p:cNvPr id="1013" name="Начало контента"/>
          <p:cNvSpPr txBox="1"/>
          <p:nvPr/>
        </p:nvSpPr>
        <p:spPr>
          <a:xfrm>
            <a:off x="1549400" y="2844981"/>
            <a:ext cx="21498560" cy="37373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50800" tIns="50800" rIns="50800" bIns="50800">
            <a:spAutoFit/>
          </a:bodyPr>
          <a:lstStyle>
            <a:lvl1pPr algn="l">
              <a:lnSpc>
                <a:spcPct val="110000"/>
              </a:lnSpc>
              <a:defRPr sz="3000">
                <a:solidFill>
                  <a:srgbClr val="FFFFFF"/>
                </a:solidFill>
                <a:latin typeface="SB Sans Text Light"/>
                <a:ea typeface="SB Sans Text Light"/>
                <a:cs typeface="SB Sans Text Light"/>
                <a:sym typeface="SB Sans Text Light"/>
              </a:defRPr>
            </a:lvl1pPr>
          </a:lstStyle>
          <a:p>
            <a:pPr marL="685800" indent="-685800">
              <a:buFont typeface="Arial" panose="020B0604020202020204" pitchFamily="34" charset="0"/>
              <a:buChar char="•"/>
            </a:pPr>
            <a:r>
              <a:rPr lang="ru-RU" sz="5400" dirty="0"/>
              <a:t>Быстрый старт проекта </a:t>
            </a:r>
            <a:r>
              <a:rPr lang="ru-RU" sz="5400" dirty="0">
                <a:gradFill flip="none" rotWithShape="1">
                  <a:gsLst>
                    <a:gs pos="0">
                      <a:srgbClr val="34E234"/>
                    </a:gs>
                    <a:gs pos="50594">
                      <a:srgbClr val="22E5A0"/>
                    </a:gs>
                    <a:gs pos="100000">
                      <a:srgbClr val="5AB0FF"/>
                    </a:gs>
                  </a:gsLst>
                  <a:lin ang="0" scaled="0"/>
                </a:gradFill>
                <a:latin typeface="SB Sans Display Semibold"/>
                <a:cs typeface="SB Sans Display Semibold"/>
              </a:rPr>
              <a:t>без ручной настройки</a:t>
            </a:r>
          </a:p>
          <a:p>
            <a:pPr marL="685800" indent="-685800">
              <a:buFont typeface="Arial" panose="020B0604020202020204" pitchFamily="34" charset="0"/>
              <a:buChar char="•"/>
            </a:pPr>
            <a:r>
              <a:rPr lang="ru-RU" sz="5400" dirty="0"/>
              <a:t>Правильная </a:t>
            </a:r>
            <a:r>
              <a:rPr lang="ru-RU" sz="5400" dirty="0">
                <a:gradFill flip="none" rotWithShape="1">
                  <a:gsLst>
                    <a:gs pos="0">
                      <a:srgbClr val="34E234"/>
                    </a:gs>
                    <a:gs pos="50594">
                      <a:srgbClr val="22E5A0"/>
                    </a:gs>
                    <a:gs pos="100000">
                      <a:srgbClr val="5AB0FF"/>
                    </a:gs>
                  </a:gsLst>
                  <a:lin ang="0" scaled="0"/>
                </a:gradFill>
                <a:latin typeface="SB Sans Display Semibold"/>
                <a:cs typeface="SB Sans Display Semibold"/>
              </a:rPr>
              <a:t>структура папок и зависимостей</a:t>
            </a:r>
          </a:p>
          <a:p>
            <a:pPr marL="685800" indent="-685800">
              <a:buFont typeface="Arial" panose="020B0604020202020204" pitchFamily="34" charset="0"/>
              <a:buChar char="•"/>
            </a:pPr>
            <a:r>
              <a:rPr lang="ru-RU" sz="5400" dirty="0">
                <a:gradFill flip="none" rotWithShape="1">
                  <a:gsLst>
                    <a:gs pos="0">
                      <a:srgbClr val="34E234"/>
                    </a:gs>
                    <a:gs pos="50594">
                      <a:srgbClr val="22E5A0"/>
                    </a:gs>
                    <a:gs pos="100000">
                      <a:srgbClr val="5AB0FF"/>
                    </a:gs>
                  </a:gsLst>
                  <a:lin ang="0" scaled="0"/>
                </a:gradFill>
                <a:latin typeface="SB Sans Display Semibold"/>
                <a:cs typeface="SB Sans Display Semibold"/>
              </a:rPr>
              <a:t>Совместимость версий </a:t>
            </a:r>
            <a:r>
              <a:rPr lang="ru-RU" sz="5400" dirty="0" err="1"/>
              <a:t>Spring</a:t>
            </a:r>
            <a:r>
              <a:rPr lang="ru-RU" sz="5400" dirty="0"/>
              <a:t> </a:t>
            </a:r>
            <a:r>
              <a:rPr lang="ru-RU" sz="5400" dirty="0" err="1"/>
              <a:t>Boot</a:t>
            </a:r>
            <a:r>
              <a:rPr lang="ru-RU" sz="5400" dirty="0"/>
              <a:t>, </a:t>
            </a:r>
            <a:r>
              <a:rPr lang="ru-RU" sz="5400" dirty="0" err="1"/>
              <a:t>Java</a:t>
            </a:r>
            <a:r>
              <a:rPr lang="ru-RU" sz="5400" dirty="0"/>
              <a:t> и библиотек</a:t>
            </a:r>
          </a:p>
          <a:p>
            <a:pPr marL="685800" indent="-685800">
              <a:buFont typeface="Arial" panose="020B0604020202020204" pitchFamily="34" charset="0"/>
              <a:buChar char="•"/>
            </a:pPr>
            <a:r>
              <a:rPr lang="ru-RU" sz="5400" dirty="0"/>
              <a:t>Подключение нужных </a:t>
            </a:r>
            <a:r>
              <a:rPr lang="ru-RU" sz="5400" dirty="0">
                <a:gradFill flip="none" rotWithShape="1">
                  <a:gsLst>
                    <a:gs pos="0">
                      <a:srgbClr val="34E234"/>
                    </a:gs>
                    <a:gs pos="50594">
                      <a:srgbClr val="22E5A0"/>
                    </a:gs>
                    <a:gs pos="100000">
                      <a:srgbClr val="5AB0FF"/>
                    </a:gs>
                  </a:gsLst>
                  <a:lin ang="0" scaled="0"/>
                </a:gradFill>
                <a:latin typeface="SB Sans Display Semibold"/>
                <a:cs typeface="SB Sans Display Semibold"/>
              </a:rPr>
              <a:t>стартеров</a:t>
            </a:r>
            <a:r>
              <a:rPr lang="ru-RU" sz="5400" dirty="0"/>
              <a:t> (</a:t>
            </a:r>
            <a:r>
              <a:rPr lang="ru-RU" sz="5400" dirty="0" err="1"/>
              <a:t>spring-boot-starter</a:t>
            </a:r>
            <a:r>
              <a:rPr lang="ru-RU" sz="5400" dirty="0"/>
              <a:t>-*)</a:t>
            </a:r>
          </a:p>
        </p:txBody>
      </p:sp>
      <p:sp>
        <p:nvSpPr>
          <p:cNvPr id="1014" name="2"/>
          <p:cNvSpPr txBox="1"/>
          <p:nvPr/>
        </p:nvSpPr>
        <p:spPr>
          <a:xfrm>
            <a:off x="22757343" y="12515746"/>
            <a:ext cx="102657" cy="34310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 algn="r">
              <a:lnSpc>
                <a:spcPct val="110000"/>
              </a:lnSpc>
              <a:defRPr sz="1500">
                <a:solidFill>
                  <a:srgbClr val="FFFFFF"/>
                </a:solidFill>
                <a:latin typeface="SB Sans Text"/>
                <a:ea typeface="SB Sans Text"/>
                <a:cs typeface="SB Sans Text"/>
                <a:sym typeface="SB Sans Text"/>
              </a:defRPr>
            </a:lvl1pPr>
          </a:lstStyle>
          <a:p>
            <a:endParaRPr dirty="0"/>
          </a:p>
        </p:txBody>
      </p:sp>
      <p:grpSp>
        <p:nvGrpSpPr>
          <p:cNvPr id="1017" name="Сгруппировать"/>
          <p:cNvGrpSpPr/>
          <p:nvPr/>
        </p:nvGrpSpPr>
        <p:grpSpPr>
          <a:xfrm>
            <a:off x="12192000" y="-857250"/>
            <a:ext cx="1524000" cy="857250"/>
            <a:chOff x="0" y="0"/>
            <a:chExt cx="1524000" cy="857250"/>
          </a:xfrm>
        </p:grpSpPr>
        <p:sp>
          <p:nvSpPr>
            <p:cNvPr id="1015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34E234">
                <a:alpha val="50172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1016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1020" name="Сгруппировать"/>
          <p:cNvGrpSpPr/>
          <p:nvPr/>
        </p:nvGrpSpPr>
        <p:grpSpPr>
          <a:xfrm>
            <a:off x="10668000" y="-1714500"/>
            <a:ext cx="1524000" cy="857250"/>
            <a:chOff x="0" y="0"/>
            <a:chExt cx="1524000" cy="857250"/>
          </a:xfrm>
        </p:grpSpPr>
        <p:sp>
          <p:nvSpPr>
            <p:cNvPr id="1018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1019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1023" name="Сгруппировать"/>
          <p:cNvGrpSpPr/>
          <p:nvPr/>
        </p:nvGrpSpPr>
        <p:grpSpPr>
          <a:xfrm>
            <a:off x="13716000" y="-1714500"/>
            <a:ext cx="1524000" cy="857250"/>
            <a:chOff x="0" y="0"/>
            <a:chExt cx="1524000" cy="857250"/>
          </a:xfrm>
        </p:grpSpPr>
        <p:sp>
          <p:nvSpPr>
            <p:cNvPr id="1021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1022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1026" name="Сгруппировать"/>
          <p:cNvGrpSpPr/>
          <p:nvPr/>
        </p:nvGrpSpPr>
        <p:grpSpPr>
          <a:xfrm>
            <a:off x="9144000" y="-857250"/>
            <a:ext cx="1524000" cy="857250"/>
            <a:chOff x="0" y="0"/>
            <a:chExt cx="1524000" cy="857250"/>
          </a:xfrm>
        </p:grpSpPr>
        <p:sp>
          <p:nvSpPr>
            <p:cNvPr id="1024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1025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1029" name="Сгруппировать"/>
          <p:cNvGrpSpPr/>
          <p:nvPr/>
        </p:nvGrpSpPr>
        <p:grpSpPr>
          <a:xfrm>
            <a:off x="7620000" y="-1714500"/>
            <a:ext cx="1524000" cy="857250"/>
            <a:chOff x="0" y="0"/>
            <a:chExt cx="1524000" cy="857250"/>
          </a:xfrm>
        </p:grpSpPr>
        <p:sp>
          <p:nvSpPr>
            <p:cNvPr id="1027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1028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1032" name="Сгруппировать"/>
          <p:cNvGrpSpPr/>
          <p:nvPr/>
        </p:nvGrpSpPr>
        <p:grpSpPr>
          <a:xfrm>
            <a:off x="6096000" y="-857250"/>
            <a:ext cx="1524000" cy="857250"/>
            <a:chOff x="0" y="0"/>
            <a:chExt cx="1524000" cy="857250"/>
          </a:xfrm>
        </p:grpSpPr>
        <p:sp>
          <p:nvSpPr>
            <p:cNvPr id="1030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1031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1035" name="Сгруппировать"/>
          <p:cNvGrpSpPr/>
          <p:nvPr/>
        </p:nvGrpSpPr>
        <p:grpSpPr>
          <a:xfrm>
            <a:off x="4572000" y="-1714500"/>
            <a:ext cx="1524000" cy="857250"/>
            <a:chOff x="0" y="0"/>
            <a:chExt cx="1524000" cy="857250"/>
          </a:xfrm>
        </p:grpSpPr>
        <p:sp>
          <p:nvSpPr>
            <p:cNvPr id="1033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1034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1038" name="Сгруппировать"/>
          <p:cNvGrpSpPr/>
          <p:nvPr/>
        </p:nvGrpSpPr>
        <p:grpSpPr>
          <a:xfrm>
            <a:off x="3048000" y="-857250"/>
            <a:ext cx="1524000" cy="857250"/>
            <a:chOff x="0" y="0"/>
            <a:chExt cx="1524000" cy="857250"/>
          </a:xfrm>
        </p:grpSpPr>
        <p:sp>
          <p:nvSpPr>
            <p:cNvPr id="1036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1037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1041" name="Сгруппировать"/>
          <p:cNvGrpSpPr/>
          <p:nvPr/>
        </p:nvGrpSpPr>
        <p:grpSpPr>
          <a:xfrm>
            <a:off x="1524000" y="-1714500"/>
            <a:ext cx="1524000" cy="857250"/>
            <a:chOff x="0" y="0"/>
            <a:chExt cx="1524000" cy="857250"/>
          </a:xfrm>
        </p:grpSpPr>
        <p:sp>
          <p:nvSpPr>
            <p:cNvPr id="1039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1040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1044" name="Сгруппировать"/>
          <p:cNvGrpSpPr/>
          <p:nvPr/>
        </p:nvGrpSpPr>
        <p:grpSpPr>
          <a:xfrm>
            <a:off x="0" y="-857250"/>
            <a:ext cx="1524001" cy="857250"/>
            <a:chOff x="0" y="0"/>
            <a:chExt cx="1524000" cy="857250"/>
          </a:xfrm>
        </p:grpSpPr>
        <p:sp>
          <p:nvSpPr>
            <p:cNvPr id="1042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1043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1047" name="Сгруппировать"/>
          <p:cNvGrpSpPr/>
          <p:nvPr/>
        </p:nvGrpSpPr>
        <p:grpSpPr>
          <a:xfrm>
            <a:off x="16764000" y="-1714500"/>
            <a:ext cx="1524000" cy="857250"/>
            <a:chOff x="0" y="0"/>
            <a:chExt cx="1524000" cy="857250"/>
          </a:xfrm>
        </p:grpSpPr>
        <p:sp>
          <p:nvSpPr>
            <p:cNvPr id="1045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1046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1050" name="Сгруппировать"/>
          <p:cNvGrpSpPr/>
          <p:nvPr/>
        </p:nvGrpSpPr>
        <p:grpSpPr>
          <a:xfrm>
            <a:off x="15240000" y="-857250"/>
            <a:ext cx="1524000" cy="857250"/>
            <a:chOff x="0" y="0"/>
            <a:chExt cx="1524000" cy="857250"/>
          </a:xfrm>
        </p:grpSpPr>
        <p:sp>
          <p:nvSpPr>
            <p:cNvPr id="1048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1049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1053" name="Сгруппировать"/>
          <p:cNvGrpSpPr/>
          <p:nvPr/>
        </p:nvGrpSpPr>
        <p:grpSpPr>
          <a:xfrm>
            <a:off x="19812000" y="-1714500"/>
            <a:ext cx="1524000" cy="857250"/>
            <a:chOff x="0" y="0"/>
            <a:chExt cx="1524000" cy="857250"/>
          </a:xfrm>
        </p:grpSpPr>
        <p:sp>
          <p:nvSpPr>
            <p:cNvPr id="1051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1052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1056" name="Сгруппировать"/>
          <p:cNvGrpSpPr/>
          <p:nvPr/>
        </p:nvGrpSpPr>
        <p:grpSpPr>
          <a:xfrm>
            <a:off x="18288000" y="-857250"/>
            <a:ext cx="1524000" cy="857250"/>
            <a:chOff x="0" y="0"/>
            <a:chExt cx="1524000" cy="857250"/>
          </a:xfrm>
        </p:grpSpPr>
        <p:sp>
          <p:nvSpPr>
            <p:cNvPr id="1054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1055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1059" name="Сгруппировать"/>
          <p:cNvGrpSpPr/>
          <p:nvPr/>
        </p:nvGrpSpPr>
        <p:grpSpPr>
          <a:xfrm>
            <a:off x="22860000" y="-1714500"/>
            <a:ext cx="1524000" cy="857250"/>
            <a:chOff x="0" y="0"/>
            <a:chExt cx="1524000" cy="857250"/>
          </a:xfrm>
        </p:grpSpPr>
        <p:sp>
          <p:nvSpPr>
            <p:cNvPr id="1057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1058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1062" name="Сгруппировать"/>
          <p:cNvGrpSpPr/>
          <p:nvPr/>
        </p:nvGrpSpPr>
        <p:grpSpPr>
          <a:xfrm>
            <a:off x="21336000" y="-857250"/>
            <a:ext cx="1524000" cy="857250"/>
            <a:chOff x="0" y="0"/>
            <a:chExt cx="1524000" cy="857250"/>
          </a:xfrm>
        </p:grpSpPr>
        <p:sp>
          <p:nvSpPr>
            <p:cNvPr id="1060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1061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1065" name="Сгруппировать"/>
          <p:cNvGrpSpPr/>
          <p:nvPr/>
        </p:nvGrpSpPr>
        <p:grpSpPr>
          <a:xfrm>
            <a:off x="-1524000" y="0"/>
            <a:ext cx="1524000" cy="857251"/>
            <a:chOff x="0" y="0"/>
            <a:chExt cx="1524000" cy="857250"/>
          </a:xfrm>
        </p:grpSpPr>
        <p:sp>
          <p:nvSpPr>
            <p:cNvPr id="1063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1064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1068" name="Сгруппировать"/>
          <p:cNvGrpSpPr/>
          <p:nvPr/>
        </p:nvGrpSpPr>
        <p:grpSpPr>
          <a:xfrm>
            <a:off x="-1524000" y="12858750"/>
            <a:ext cx="1524000" cy="857250"/>
            <a:chOff x="0" y="0"/>
            <a:chExt cx="1524000" cy="857250"/>
          </a:xfrm>
        </p:grpSpPr>
        <p:sp>
          <p:nvSpPr>
            <p:cNvPr id="1066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1067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1071" name="Сгруппировать"/>
          <p:cNvGrpSpPr/>
          <p:nvPr/>
        </p:nvGrpSpPr>
        <p:grpSpPr>
          <a:xfrm>
            <a:off x="-1651000" y="12001500"/>
            <a:ext cx="1524000" cy="857250"/>
            <a:chOff x="0" y="0"/>
            <a:chExt cx="1524000" cy="857250"/>
          </a:xfrm>
        </p:grpSpPr>
        <p:sp>
          <p:nvSpPr>
            <p:cNvPr id="1069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1070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A0F8F074-F831-4B43-883F-C56083954D9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25235" y="7194484"/>
            <a:ext cx="5609530" cy="568966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621" y="0"/>
                </a:moveTo>
                <a:cubicBezTo>
                  <a:pt x="439" y="0"/>
                  <a:pt x="329" y="0"/>
                  <a:pt x="256" y="46"/>
                </a:cubicBezTo>
                <a:cubicBezTo>
                  <a:pt x="151" y="103"/>
                  <a:pt x="69" y="227"/>
                  <a:pt x="30" y="385"/>
                </a:cubicBezTo>
                <a:cubicBezTo>
                  <a:pt x="0" y="495"/>
                  <a:pt x="0" y="660"/>
                  <a:pt x="0" y="934"/>
                </a:cubicBezTo>
                <a:lnTo>
                  <a:pt x="0" y="20666"/>
                </a:lnTo>
                <a:cubicBezTo>
                  <a:pt x="0" y="20940"/>
                  <a:pt x="0" y="21104"/>
                  <a:pt x="30" y="21213"/>
                </a:cubicBezTo>
                <a:cubicBezTo>
                  <a:pt x="69" y="21371"/>
                  <a:pt x="151" y="21497"/>
                  <a:pt x="256" y="21554"/>
                </a:cubicBezTo>
                <a:cubicBezTo>
                  <a:pt x="329" y="21600"/>
                  <a:pt x="439" y="21600"/>
                  <a:pt x="621" y="21600"/>
                </a:cubicBezTo>
                <a:lnTo>
                  <a:pt x="20988" y="21600"/>
                </a:lnTo>
                <a:cubicBezTo>
                  <a:pt x="21170" y="21600"/>
                  <a:pt x="21279" y="21600"/>
                  <a:pt x="21352" y="21554"/>
                </a:cubicBezTo>
                <a:cubicBezTo>
                  <a:pt x="21457" y="21497"/>
                  <a:pt x="21540" y="21371"/>
                  <a:pt x="21578" y="21213"/>
                </a:cubicBezTo>
                <a:cubicBezTo>
                  <a:pt x="21590" y="21169"/>
                  <a:pt x="21596" y="21107"/>
                  <a:pt x="21600" y="21040"/>
                </a:cubicBezTo>
                <a:lnTo>
                  <a:pt x="21600" y="560"/>
                </a:lnTo>
                <a:cubicBezTo>
                  <a:pt x="21596" y="493"/>
                  <a:pt x="21590" y="430"/>
                  <a:pt x="21578" y="385"/>
                </a:cubicBezTo>
                <a:cubicBezTo>
                  <a:pt x="21540" y="227"/>
                  <a:pt x="21457" y="103"/>
                  <a:pt x="21352" y="46"/>
                </a:cubicBezTo>
                <a:cubicBezTo>
                  <a:pt x="21279" y="0"/>
                  <a:pt x="21170" y="0"/>
                  <a:pt x="20988" y="0"/>
                </a:cubicBezTo>
                <a:lnTo>
                  <a:pt x="621" y="0"/>
                </a:lnTo>
                <a:close/>
              </a:path>
            </a:pathLst>
          </a:custGeom>
          <a:ln w="12700">
            <a:miter lim="400000"/>
          </a:ln>
        </p:spPr>
      </p:pic>
    </p:spTree>
    <p:extLst>
      <p:ext uri="{BB962C8B-B14F-4D97-AF65-F5344CB8AC3E}">
        <p14:creationId xmlns:p14="http://schemas.microsoft.com/office/powerpoint/2010/main" val="2553213941"/>
      </p:ext>
    </p:extLst>
  </p:cSld>
  <p:clrMapOvr>
    <a:masterClrMapping/>
  </p:clrMapOvr>
  <p:transition spd="med"/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91" name="Заголовок"/>
          <p:cNvSpPr txBox="1"/>
          <p:nvPr/>
        </p:nvSpPr>
        <p:spPr>
          <a:xfrm>
            <a:off x="7026315" y="4240611"/>
            <a:ext cx="9840835" cy="52347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 algn="l">
              <a:lnSpc>
                <a:spcPct val="70000"/>
              </a:lnSpc>
              <a:defRPr sz="20000" spc="-400">
                <a:gradFill flip="none" rotWithShape="1">
                  <a:gsLst>
                    <a:gs pos="0">
                      <a:srgbClr val="34E234"/>
                    </a:gs>
                    <a:gs pos="19133">
                      <a:srgbClr val="9DCD25"/>
                    </a:gs>
                    <a:gs pos="39357">
                      <a:srgbClr val="F2E800"/>
                    </a:gs>
                    <a:gs pos="58861">
                      <a:srgbClr val="9DCD25"/>
                    </a:gs>
                    <a:gs pos="79839">
                      <a:srgbClr val="00A4E0"/>
                    </a:gs>
                    <a:gs pos="100000">
                      <a:srgbClr val="0086D0"/>
                    </a:gs>
                  </a:gsLst>
                  <a:lin ang="3000000" scaled="0"/>
                </a:gradFill>
                <a:latin typeface="SB Sans Display Light"/>
                <a:ea typeface="SB Sans Display Light"/>
                <a:cs typeface="SB Sans Display Light"/>
                <a:sym typeface="SB Sans Display Light"/>
              </a:defRPr>
            </a:lvl1pPr>
          </a:lstStyle>
          <a:p>
            <a:pPr algn="ctr"/>
            <a:r>
              <a:rPr lang="ru-RU" sz="11600" dirty="0" err="1"/>
              <a:t>Демо</a:t>
            </a:r>
            <a:endParaRPr lang="ru-RU" sz="11600" dirty="0"/>
          </a:p>
          <a:p>
            <a:pPr algn="ctr"/>
            <a:endParaRPr lang="en-US" sz="11600" dirty="0"/>
          </a:p>
          <a:p>
            <a:pPr algn="ctr"/>
            <a:r>
              <a:rPr lang="en-US" sz="11600" dirty="0"/>
              <a:t>Spring </a:t>
            </a:r>
            <a:r>
              <a:rPr lang="en-US" sz="11600" dirty="0" err="1"/>
              <a:t>Initializr</a:t>
            </a:r>
            <a:r>
              <a:rPr lang="en-US" sz="11600" dirty="0"/>
              <a:t>,</a:t>
            </a:r>
            <a:endParaRPr lang="ru-RU" sz="11600" dirty="0"/>
          </a:p>
          <a:p>
            <a:pPr algn="ctr"/>
            <a:r>
              <a:rPr lang="ru-RU" sz="11600" dirty="0"/>
              <a:t>первый запуск</a:t>
            </a:r>
          </a:p>
        </p:txBody>
      </p:sp>
      <p:grpSp>
        <p:nvGrpSpPr>
          <p:cNvPr id="4594" name="Сгруппировать"/>
          <p:cNvGrpSpPr/>
          <p:nvPr/>
        </p:nvGrpSpPr>
        <p:grpSpPr>
          <a:xfrm>
            <a:off x="12192000" y="-857250"/>
            <a:ext cx="1524000" cy="857250"/>
            <a:chOff x="0" y="0"/>
            <a:chExt cx="1524000" cy="857250"/>
          </a:xfrm>
        </p:grpSpPr>
        <p:sp>
          <p:nvSpPr>
            <p:cNvPr id="4592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34E234">
                <a:alpha val="50172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4593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4597" name="Сгруппировать"/>
          <p:cNvGrpSpPr/>
          <p:nvPr/>
        </p:nvGrpSpPr>
        <p:grpSpPr>
          <a:xfrm>
            <a:off x="10668000" y="-1714500"/>
            <a:ext cx="1524000" cy="857250"/>
            <a:chOff x="0" y="0"/>
            <a:chExt cx="1524000" cy="857250"/>
          </a:xfrm>
        </p:grpSpPr>
        <p:sp>
          <p:nvSpPr>
            <p:cNvPr id="4595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4596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4600" name="Сгруппировать"/>
          <p:cNvGrpSpPr/>
          <p:nvPr/>
        </p:nvGrpSpPr>
        <p:grpSpPr>
          <a:xfrm>
            <a:off x="13716000" y="-1714500"/>
            <a:ext cx="1524000" cy="857250"/>
            <a:chOff x="0" y="0"/>
            <a:chExt cx="1524000" cy="857250"/>
          </a:xfrm>
        </p:grpSpPr>
        <p:sp>
          <p:nvSpPr>
            <p:cNvPr id="4598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4599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4603" name="Сгруппировать"/>
          <p:cNvGrpSpPr/>
          <p:nvPr/>
        </p:nvGrpSpPr>
        <p:grpSpPr>
          <a:xfrm>
            <a:off x="9144000" y="-857250"/>
            <a:ext cx="1524000" cy="857250"/>
            <a:chOff x="0" y="0"/>
            <a:chExt cx="1524000" cy="857250"/>
          </a:xfrm>
        </p:grpSpPr>
        <p:sp>
          <p:nvSpPr>
            <p:cNvPr id="4601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4602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4606" name="Сгруппировать"/>
          <p:cNvGrpSpPr/>
          <p:nvPr/>
        </p:nvGrpSpPr>
        <p:grpSpPr>
          <a:xfrm>
            <a:off x="7620000" y="-1714500"/>
            <a:ext cx="1524000" cy="857250"/>
            <a:chOff x="0" y="0"/>
            <a:chExt cx="1524000" cy="857250"/>
          </a:xfrm>
        </p:grpSpPr>
        <p:sp>
          <p:nvSpPr>
            <p:cNvPr id="4604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4605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4609" name="Сгруппировать"/>
          <p:cNvGrpSpPr/>
          <p:nvPr/>
        </p:nvGrpSpPr>
        <p:grpSpPr>
          <a:xfrm>
            <a:off x="6096000" y="-857250"/>
            <a:ext cx="1524000" cy="857250"/>
            <a:chOff x="0" y="0"/>
            <a:chExt cx="1524000" cy="857250"/>
          </a:xfrm>
        </p:grpSpPr>
        <p:sp>
          <p:nvSpPr>
            <p:cNvPr id="4607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4608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4612" name="Сгруппировать"/>
          <p:cNvGrpSpPr/>
          <p:nvPr/>
        </p:nvGrpSpPr>
        <p:grpSpPr>
          <a:xfrm>
            <a:off x="4572000" y="-1714500"/>
            <a:ext cx="1524000" cy="857250"/>
            <a:chOff x="0" y="0"/>
            <a:chExt cx="1524000" cy="857250"/>
          </a:xfrm>
        </p:grpSpPr>
        <p:sp>
          <p:nvSpPr>
            <p:cNvPr id="4610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4611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4615" name="Сгруппировать"/>
          <p:cNvGrpSpPr/>
          <p:nvPr/>
        </p:nvGrpSpPr>
        <p:grpSpPr>
          <a:xfrm>
            <a:off x="3048000" y="-857250"/>
            <a:ext cx="1524000" cy="857250"/>
            <a:chOff x="0" y="0"/>
            <a:chExt cx="1524000" cy="857250"/>
          </a:xfrm>
        </p:grpSpPr>
        <p:sp>
          <p:nvSpPr>
            <p:cNvPr id="4613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4614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4618" name="Сгруппировать"/>
          <p:cNvGrpSpPr/>
          <p:nvPr/>
        </p:nvGrpSpPr>
        <p:grpSpPr>
          <a:xfrm>
            <a:off x="1524000" y="-1714500"/>
            <a:ext cx="1524000" cy="857250"/>
            <a:chOff x="0" y="0"/>
            <a:chExt cx="1524000" cy="857250"/>
          </a:xfrm>
        </p:grpSpPr>
        <p:sp>
          <p:nvSpPr>
            <p:cNvPr id="4616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4617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4621" name="Сгруппировать"/>
          <p:cNvGrpSpPr/>
          <p:nvPr/>
        </p:nvGrpSpPr>
        <p:grpSpPr>
          <a:xfrm>
            <a:off x="0" y="-857250"/>
            <a:ext cx="1524001" cy="857250"/>
            <a:chOff x="0" y="0"/>
            <a:chExt cx="1524000" cy="857250"/>
          </a:xfrm>
        </p:grpSpPr>
        <p:sp>
          <p:nvSpPr>
            <p:cNvPr id="4619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4620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4624" name="Сгруппировать"/>
          <p:cNvGrpSpPr/>
          <p:nvPr/>
        </p:nvGrpSpPr>
        <p:grpSpPr>
          <a:xfrm>
            <a:off x="16764000" y="-1714500"/>
            <a:ext cx="1524000" cy="857250"/>
            <a:chOff x="0" y="0"/>
            <a:chExt cx="1524000" cy="857250"/>
          </a:xfrm>
        </p:grpSpPr>
        <p:sp>
          <p:nvSpPr>
            <p:cNvPr id="4622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4623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4627" name="Сгруппировать"/>
          <p:cNvGrpSpPr/>
          <p:nvPr/>
        </p:nvGrpSpPr>
        <p:grpSpPr>
          <a:xfrm>
            <a:off x="15240000" y="-857250"/>
            <a:ext cx="1524000" cy="857250"/>
            <a:chOff x="0" y="0"/>
            <a:chExt cx="1524000" cy="857250"/>
          </a:xfrm>
        </p:grpSpPr>
        <p:sp>
          <p:nvSpPr>
            <p:cNvPr id="4625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4626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4630" name="Сгруппировать"/>
          <p:cNvGrpSpPr/>
          <p:nvPr/>
        </p:nvGrpSpPr>
        <p:grpSpPr>
          <a:xfrm>
            <a:off x="19812000" y="-1714500"/>
            <a:ext cx="1524000" cy="857250"/>
            <a:chOff x="0" y="0"/>
            <a:chExt cx="1524000" cy="857250"/>
          </a:xfrm>
        </p:grpSpPr>
        <p:sp>
          <p:nvSpPr>
            <p:cNvPr id="4628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4629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4633" name="Сгруппировать"/>
          <p:cNvGrpSpPr/>
          <p:nvPr/>
        </p:nvGrpSpPr>
        <p:grpSpPr>
          <a:xfrm>
            <a:off x="18288000" y="-857250"/>
            <a:ext cx="1524000" cy="857250"/>
            <a:chOff x="0" y="0"/>
            <a:chExt cx="1524000" cy="857250"/>
          </a:xfrm>
        </p:grpSpPr>
        <p:sp>
          <p:nvSpPr>
            <p:cNvPr id="4631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4632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4636" name="Сгруппировать"/>
          <p:cNvGrpSpPr/>
          <p:nvPr/>
        </p:nvGrpSpPr>
        <p:grpSpPr>
          <a:xfrm>
            <a:off x="22860000" y="-1714500"/>
            <a:ext cx="1524000" cy="857250"/>
            <a:chOff x="0" y="0"/>
            <a:chExt cx="1524000" cy="857250"/>
          </a:xfrm>
        </p:grpSpPr>
        <p:sp>
          <p:nvSpPr>
            <p:cNvPr id="4634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4635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4639" name="Сгруппировать"/>
          <p:cNvGrpSpPr/>
          <p:nvPr/>
        </p:nvGrpSpPr>
        <p:grpSpPr>
          <a:xfrm>
            <a:off x="21336000" y="-857250"/>
            <a:ext cx="1524000" cy="857250"/>
            <a:chOff x="0" y="0"/>
            <a:chExt cx="1524000" cy="857250"/>
          </a:xfrm>
        </p:grpSpPr>
        <p:sp>
          <p:nvSpPr>
            <p:cNvPr id="4637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4638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4642" name="Сгруппировать"/>
          <p:cNvGrpSpPr/>
          <p:nvPr/>
        </p:nvGrpSpPr>
        <p:grpSpPr>
          <a:xfrm>
            <a:off x="-1524000" y="0"/>
            <a:ext cx="1524000" cy="857251"/>
            <a:chOff x="0" y="0"/>
            <a:chExt cx="1524000" cy="857250"/>
          </a:xfrm>
        </p:grpSpPr>
        <p:sp>
          <p:nvSpPr>
            <p:cNvPr id="4640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4641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4645" name="Сгруппировать"/>
          <p:cNvGrpSpPr/>
          <p:nvPr/>
        </p:nvGrpSpPr>
        <p:grpSpPr>
          <a:xfrm>
            <a:off x="-1524000" y="12858750"/>
            <a:ext cx="1524000" cy="857250"/>
            <a:chOff x="0" y="0"/>
            <a:chExt cx="1524000" cy="857250"/>
          </a:xfrm>
        </p:grpSpPr>
        <p:sp>
          <p:nvSpPr>
            <p:cNvPr id="4643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4644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4648" name="Сгруппировать"/>
          <p:cNvGrpSpPr/>
          <p:nvPr/>
        </p:nvGrpSpPr>
        <p:grpSpPr>
          <a:xfrm>
            <a:off x="-1651000" y="12001500"/>
            <a:ext cx="1524000" cy="857250"/>
            <a:chOff x="0" y="0"/>
            <a:chExt cx="1524000" cy="857250"/>
          </a:xfrm>
        </p:grpSpPr>
        <p:sp>
          <p:nvSpPr>
            <p:cNvPr id="4646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4647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532847934"/>
      </p:ext>
    </p:extLst>
  </p:cSld>
  <p:clrMapOvr>
    <a:masterClrMapping/>
  </p:clrMapOvr>
  <p:transition spd="med"/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C792E338-5663-41A4-8813-B01FCC2BC69A}"/>
              </a:ext>
            </a:extLst>
          </p:cNvPr>
          <p:cNvSpPr/>
          <p:nvPr/>
        </p:nvSpPr>
        <p:spPr>
          <a:xfrm>
            <a:off x="-127000" y="-25400"/>
            <a:ext cx="24672365" cy="13741400"/>
          </a:xfrm>
          <a:prstGeom prst="rect">
            <a:avLst/>
          </a:prstGeom>
          <a:solidFill>
            <a:srgbClr val="FFFFFF"/>
          </a:soli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ctr" defTabSz="8255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3200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FillTx/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grpSp>
        <p:nvGrpSpPr>
          <p:cNvPr id="6390" name="Сгруппировать"/>
          <p:cNvGrpSpPr/>
          <p:nvPr/>
        </p:nvGrpSpPr>
        <p:grpSpPr>
          <a:xfrm>
            <a:off x="12192000" y="-857250"/>
            <a:ext cx="1524000" cy="857250"/>
            <a:chOff x="0" y="0"/>
            <a:chExt cx="1524000" cy="857250"/>
          </a:xfrm>
        </p:grpSpPr>
        <p:sp>
          <p:nvSpPr>
            <p:cNvPr id="6388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34E234">
                <a:alpha val="50172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6389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6393" name="Сгруппировать"/>
          <p:cNvGrpSpPr/>
          <p:nvPr/>
        </p:nvGrpSpPr>
        <p:grpSpPr>
          <a:xfrm>
            <a:off x="10668000" y="-1714500"/>
            <a:ext cx="1524000" cy="857250"/>
            <a:chOff x="0" y="0"/>
            <a:chExt cx="1524000" cy="857250"/>
          </a:xfrm>
        </p:grpSpPr>
        <p:sp>
          <p:nvSpPr>
            <p:cNvPr id="6391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6392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6396" name="Сгруппировать"/>
          <p:cNvGrpSpPr/>
          <p:nvPr/>
        </p:nvGrpSpPr>
        <p:grpSpPr>
          <a:xfrm>
            <a:off x="13716000" y="-1714500"/>
            <a:ext cx="1524000" cy="857250"/>
            <a:chOff x="0" y="0"/>
            <a:chExt cx="1524000" cy="857250"/>
          </a:xfrm>
        </p:grpSpPr>
        <p:sp>
          <p:nvSpPr>
            <p:cNvPr id="6394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6395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6399" name="Сгруппировать"/>
          <p:cNvGrpSpPr/>
          <p:nvPr/>
        </p:nvGrpSpPr>
        <p:grpSpPr>
          <a:xfrm>
            <a:off x="9144000" y="-857250"/>
            <a:ext cx="1524000" cy="857250"/>
            <a:chOff x="0" y="0"/>
            <a:chExt cx="1524000" cy="857250"/>
          </a:xfrm>
        </p:grpSpPr>
        <p:sp>
          <p:nvSpPr>
            <p:cNvPr id="6397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6398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6402" name="Сгруппировать"/>
          <p:cNvGrpSpPr/>
          <p:nvPr/>
        </p:nvGrpSpPr>
        <p:grpSpPr>
          <a:xfrm>
            <a:off x="7620000" y="-1714500"/>
            <a:ext cx="1524000" cy="857250"/>
            <a:chOff x="0" y="0"/>
            <a:chExt cx="1524000" cy="857250"/>
          </a:xfrm>
        </p:grpSpPr>
        <p:sp>
          <p:nvSpPr>
            <p:cNvPr id="6400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6401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6405" name="Сгруппировать"/>
          <p:cNvGrpSpPr/>
          <p:nvPr/>
        </p:nvGrpSpPr>
        <p:grpSpPr>
          <a:xfrm>
            <a:off x="6096000" y="-857250"/>
            <a:ext cx="1524000" cy="857250"/>
            <a:chOff x="0" y="0"/>
            <a:chExt cx="1524000" cy="857250"/>
          </a:xfrm>
        </p:grpSpPr>
        <p:sp>
          <p:nvSpPr>
            <p:cNvPr id="6403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6404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6408" name="Сгруппировать"/>
          <p:cNvGrpSpPr/>
          <p:nvPr/>
        </p:nvGrpSpPr>
        <p:grpSpPr>
          <a:xfrm>
            <a:off x="4572000" y="-1714500"/>
            <a:ext cx="1524000" cy="857250"/>
            <a:chOff x="0" y="0"/>
            <a:chExt cx="1524000" cy="857250"/>
          </a:xfrm>
        </p:grpSpPr>
        <p:sp>
          <p:nvSpPr>
            <p:cNvPr id="6406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6407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6411" name="Сгруппировать"/>
          <p:cNvGrpSpPr/>
          <p:nvPr/>
        </p:nvGrpSpPr>
        <p:grpSpPr>
          <a:xfrm>
            <a:off x="3048000" y="-857250"/>
            <a:ext cx="1524000" cy="857250"/>
            <a:chOff x="0" y="0"/>
            <a:chExt cx="1524000" cy="857250"/>
          </a:xfrm>
        </p:grpSpPr>
        <p:sp>
          <p:nvSpPr>
            <p:cNvPr id="6409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6410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6414" name="Сгруппировать"/>
          <p:cNvGrpSpPr/>
          <p:nvPr/>
        </p:nvGrpSpPr>
        <p:grpSpPr>
          <a:xfrm>
            <a:off x="1524000" y="-1714500"/>
            <a:ext cx="1524000" cy="857250"/>
            <a:chOff x="0" y="0"/>
            <a:chExt cx="1524000" cy="857250"/>
          </a:xfrm>
        </p:grpSpPr>
        <p:sp>
          <p:nvSpPr>
            <p:cNvPr id="6412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6413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6417" name="Сгруппировать"/>
          <p:cNvGrpSpPr/>
          <p:nvPr/>
        </p:nvGrpSpPr>
        <p:grpSpPr>
          <a:xfrm>
            <a:off x="0" y="-857250"/>
            <a:ext cx="1524001" cy="857250"/>
            <a:chOff x="0" y="0"/>
            <a:chExt cx="1524000" cy="857250"/>
          </a:xfrm>
        </p:grpSpPr>
        <p:sp>
          <p:nvSpPr>
            <p:cNvPr id="6415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6416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6420" name="Сгруппировать"/>
          <p:cNvGrpSpPr/>
          <p:nvPr/>
        </p:nvGrpSpPr>
        <p:grpSpPr>
          <a:xfrm>
            <a:off x="16764000" y="-1714500"/>
            <a:ext cx="1524000" cy="857250"/>
            <a:chOff x="0" y="0"/>
            <a:chExt cx="1524000" cy="857250"/>
          </a:xfrm>
        </p:grpSpPr>
        <p:sp>
          <p:nvSpPr>
            <p:cNvPr id="6418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6419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6423" name="Сгруппировать"/>
          <p:cNvGrpSpPr/>
          <p:nvPr/>
        </p:nvGrpSpPr>
        <p:grpSpPr>
          <a:xfrm>
            <a:off x="15240000" y="-857250"/>
            <a:ext cx="1524000" cy="857250"/>
            <a:chOff x="0" y="0"/>
            <a:chExt cx="1524000" cy="857250"/>
          </a:xfrm>
        </p:grpSpPr>
        <p:sp>
          <p:nvSpPr>
            <p:cNvPr id="6421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6422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6426" name="Сгруппировать"/>
          <p:cNvGrpSpPr/>
          <p:nvPr/>
        </p:nvGrpSpPr>
        <p:grpSpPr>
          <a:xfrm>
            <a:off x="19812000" y="-1714500"/>
            <a:ext cx="1524000" cy="857250"/>
            <a:chOff x="0" y="0"/>
            <a:chExt cx="1524000" cy="857250"/>
          </a:xfrm>
        </p:grpSpPr>
        <p:sp>
          <p:nvSpPr>
            <p:cNvPr id="6424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6425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6429" name="Сгруппировать"/>
          <p:cNvGrpSpPr/>
          <p:nvPr/>
        </p:nvGrpSpPr>
        <p:grpSpPr>
          <a:xfrm>
            <a:off x="18288000" y="-857250"/>
            <a:ext cx="1524000" cy="857250"/>
            <a:chOff x="0" y="0"/>
            <a:chExt cx="1524000" cy="857250"/>
          </a:xfrm>
        </p:grpSpPr>
        <p:sp>
          <p:nvSpPr>
            <p:cNvPr id="6427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6428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6432" name="Сгруппировать"/>
          <p:cNvGrpSpPr/>
          <p:nvPr/>
        </p:nvGrpSpPr>
        <p:grpSpPr>
          <a:xfrm>
            <a:off x="22860000" y="-1714500"/>
            <a:ext cx="1524000" cy="857250"/>
            <a:chOff x="0" y="0"/>
            <a:chExt cx="1524000" cy="857250"/>
          </a:xfrm>
        </p:grpSpPr>
        <p:sp>
          <p:nvSpPr>
            <p:cNvPr id="6430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6431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6435" name="Сгруппировать"/>
          <p:cNvGrpSpPr/>
          <p:nvPr/>
        </p:nvGrpSpPr>
        <p:grpSpPr>
          <a:xfrm>
            <a:off x="21336000" y="-857250"/>
            <a:ext cx="1524000" cy="857250"/>
            <a:chOff x="0" y="0"/>
            <a:chExt cx="1524000" cy="857250"/>
          </a:xfrm>
        </p:grpSpPr>
        <p:sp>
          <p:nvSpPr>
            <p:cNvPr id="6433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6434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6438" name="Сгруппировать"/>
          <p:cNvGrpSpPr/>
          <p:nvPr/>
        </p:nvGrpSpPr>
        <p:grpSpPr>
          <a:xfrm>
            <a:off x="-1524000" y="0"/>
            <a:ext cx="1524000" cy="857251"/>
            <a:chOff x="0" y="0"/>
            <a:chExt cx="1524000" cy="857250"/>
          </a:xfrm>
        </p:grpSpPr>
        <p:sp>
          <p:nvSpPr>
            <p:cNvPr id="6436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6437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6441" name="Сгруппировать"/>
          <p:cNvGrpSpPr/>
          <p:nvPr/>
        </p:nvGrpSpPr>
        <p:grpSpPr>
          <a:xfrm>
            <a:off x="-1524000" y="12858750"/>
            <a:ext cx="1524000" cy="857250"/>
            <a:chOff x="0" y="0"/>
            <a:chExt cx="1524000" cy="857250"/>
          </a:xfrm>
        </p:grpSpPr>
        <p:sp>
          <p:nvSpPr>
            <p:cNvPr id="6439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6440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6444" name="Сгруппировать"/>
          <p:cNvGrpSpPr/>
          <p:nvPr/>
        </p:nvGrpSpPr>
        <p:grpSpPr>
          <a:xfrm>
            <a:off x="-1651000" y="12001500"/>
            <a:ext cx="1524000" cy="857250"/>
            <a:chOff x="0" y="0"/>
            <a:chExt cx="1524000" cy="857250"/>
          </a:xfrm>
        </p:grpSpPr>
        <p:sp>
          <p:nvSpPr>
            <p:cNvPr id="6442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6443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sp>
        <p:nvSpPr>
          <p:cNvPr id="63" name="Text 1">
            <a:extLst>
              <a:ext uri="{FF2B5EF4-FFF2-40B4-BE49-F238E27FC236}">
                <a16:creationId xmlns:a16="http://schemas.microsoft.com/office/drawing/2014/main" id="{79AB2086-D555-48BF-8A7C-96857B49D633}"/>
              </a:ext>
            </a:extLst>
          </p:cNvPr>
          <p:cNvSpPr/>
          <p:nvPr/>
        </p:nvSpPr>
        <p:spPr>
          <a:xfrm>
            <a:off x="1356966" y="1105917"/>
            <a:ext cx="21203588" cy="13467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93000"/>
              </a:lnSpc>
            </a:pPr>
            <a:r>
              <a:rPr lang="en-US" sz="9600" b="1" dirty="0">
                <a:solidFill>
                  <a:srgbClr val="000000"/>
                </a:solidFill>
                <a:latin typeface="SB Sans Display Semibold" panose="020B0503040504020204" pitchFamily="34" charset="0"/>
                <a:cs typeface="SB Sans Display Semibold" panose="020B0503040504020204" pitchFamily="34" charset="0"/>
              </a:rPr>
              <a:t>@</a:t>
            </a:r>
            <a:r>
              <a:rPr lang="en-US" sz="9600" b="1" dirty="0" err="1">
                <a:solidFill>
                  <a:srgbClr val="000000"/>
                </a:solidFill>
                <a:latin typeface="SB Sans Display Semibold" panose="020B0503040504020204" pitchFamily="34" charset="0"/>
                <a:cs typeface="SB Sans Display Semibold" panose="020B0503040504020204" pitchFamily="34" charset="0"/>
              </a:rPr>
              <a:t>SpringBootApplication</a:t>
            </a:r>
            <a:endParaRPr lang="en-US" sz="9600" b="1" dirty="0">
              <a:solidFill>
                <a:srgbClr val="000000"/>
              </a:solidFill>
              <a:latin typeface="SB Sans Display Semibold" panose="020B0503040504020204" pitchFamily="34" charset="0"/>
              <a:cs typeface="SB Sans Display Semibold" panose="020B0503040504020204" pitchFamily="34" charset="0"/>
            </a:endParaRPr>
          </a:p>
        </p:txBody>
      </p:sp>
      <p:sp>
        <p:nvSpPr>
          <p:cNvPr id="65" name="Прямоугольник 64">
            <a:extLst>
              <a:ext uri="{FF2B5EF4-FFF2-40B4-BE49-F238E27FC236}">
                <a16:creationId xmlns:a16="http://schemas.microsoft.com/office/drawing/2014/main" id="{84E7FB4F-14DD-49B4-A08D-4916FD2FA78C}"/>
              </a:ext>
            </a:extLst>
          </p:cNvPr>
          <p:cNvSpPr/>
          <p:nvPr/>
        </p:nvSpPr>
        <p:spPr>
          <a:xfrm>
            <a:off x="4195679" y="8282916"/>
            <a:ext cx="4483845" cy="5356355"/>
          </a:xfrm>
          <a:prstGeom prst="rect">
            <a:avLst/>
          </a:prstGeom>
          <a:solidFill>
            <a:srgbClr val="FFFFFF"/>
          </a:soli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ctr" defTabSz="8255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3200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FillTx/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2A105292-B6E1-4625-B0A4-94F71F7F65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2903" y="4541908"/>
            <a:ext cx="22922698" cy="5946284"/>
          </a:xfrm>
          <a:prstGeom prst="rect">
            <a:avLst/>
          </a:prstGeom>
        </p:spPr>
      </p:pic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DFB23C50-77AA-4DB4-9279-A622F86504EE}"/>
              </a:ext>
            </a:extLst>
          </p:cNvPr>
          <p:cNvSpPr/>
          <p:nvPr/>
        </p:nvSpPr>
        <p:spPr>
          <a:xfrm>
            <a:off x="804994" y="5596604"/>
            <a:ext cx="22406103" cy="6520791"/>
          </a:xfrm>
          <a:prstGeom prst="rect">
            <a:avLst/>
          </a:prstGeom>
          <a:solidFill>
            <a:srgbClr val="FFFFFF"/>
          </a:soli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ctr" defTabSz="8255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3200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FillTx/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64" name="Прямоугольник 63">
            <a:extLst>
              <a:ext uri="{FF2B5EF4-FFF2-40B4-BE49-F238E27FC236}">
                <a16:creationId xmlns:a16="http://schemas.microsoft.com/office/drawing/2014/main" id="{BF7D090D-9121-46ED-94ED-B5B975F1E59D}"/>
              </a:ext>
            </a:extLst>
          </p:cNvPr>
          <p:cNvSpPr/>
          <p:nvPr/>
        </p:nvSpPr>
        <p:spPr>
          <a:xfrm>
            <a:off x="11131550" y="6011563"/>
            <a:ext cx="12989451" cy="4600575"/>
          </a:xfrm>
          <a:prstGeom prst="rect">
            <a:avLst/>
          </a:prstGeom>
          <a:solidFill>
            <a:srgbClr val="FFFFFF"/>
          </a:soli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ctr" defTabSz="8255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3200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FillTx/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</p:spTree>
    <p:extLst>
      <p:ext uri="{BB962C8B-B14F-4D97-AF65-F5344CB8AC3E}">
        <p14:creationId xmlns:p14="http://schemas.microsoft.com/office/powerpoint/2010/main" val="2098719376"/>
      </p:ext>
    </p:extLst>
  </p:cSld>
  <p:clrMapOvr>
    <a:masterClrMapping/>
  </p:clrMapOvr>
  <p:transition spd="med"/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C792E338-5663-41A4-8813-B01FCC2BC69A}"/>
              </a:ext>
            </a:extLst>
          </p:cNvPr>
          <p:cNvSpPr/>
          <p:nvPr/>
        </p:nvSpPr>
        <p:spPr>
          <a:xfrm>
            <a:off x="-127000" y="-25400"/>
            <a:ext cx="24672365" cy="13741400"/>
          </a:xfrm>
          <a:prstGeom prst="rect">
            <a:avLst/>
          </a:prstGeom>
          <a:solidFill>
            <a:srgbClr val="FFFFFF"/>
          </a:soli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ctr" defTabSz="8255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3200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FillTx/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grpSp>
        <p:nvGrpSpPr>
          <p:cNvPr id="6390" name="Сгруппировать"/>
          <p:cNvGrpSpPr/>
          <p:nvPr/>
        </p:nvGrpSpPr>
        <p:grpSpPr>
          <a:xfrm>
            <a:off x="12192000" y="-857250"/>
            <a:ext cx="1524000" cy="857250"/>
            <a:chOff x="0" y="0"/>
            <a:chExt cx="1524000" cy="857250"/>
          </a:xfrm>
        </p:grpSpPr>
        <p:sp>
          <p:nvSpPr>
            <p:cNvPr id="6388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34E234">
                <a:alpha val="50172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6389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6393" name="Сгруппировать"/>
          <p:cNvGrpSpPr/>
          <p:nvPr/>
        </p:nvGrpSpPr>
        <p:grpSpPr>
          <a:xfrm>
            <a:off x="10668000" y="-1714500"/>
            <a:ext cx="1524000" cy="857250"/>
            <a:chOff x="0" y="0"/>
            <a:chExt cx="1524000" cy="857250"/>
          </a:xfrm>
        </p:grpSpPr>
        <p:sp>
          <p:nvSpPr>
            <p:cNvPr id="6391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6392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6396" name="Сгруппировать"/>
          <p:cNvGrpSpPr/>
          <p:nvPr/>
        </p:nvGrpSpPr>
        <p:grpSpPr>
          <a:xfrm>
            <a:off x="13716000" y="-1714500"/>
            <a:ext cx="1524000" cy="857250"/>
            <a:chOff x="0" y="0"/>
            <a:chExt cx="1524000" cy="857250"/>
          </a:xfrm>
        </p:grpSpPr>
        <p:sp>
          <p:nvSpPr>
            <p:cNvPr id="6394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6395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6399" name="Сгруппировать"/>
          <p:cNvGrpSpPr/>
          <p:nvPr/>
        </p:nvGrpSpPr>
        <p:grpSpPr>
          <a:xfrm>
            <a:off x="9144000" y="-857250"/>
            <a:ext cx="1524000" cy="857250"/>
            <a:chOff x="0" y="0"/>
            <a:chExt cx="1524000" cy="857250"/>
          </a:xfrm>
        </p:grpSpPr>
        <p:sp>
          <p:nvSpPr>
            <p:cNvPr id="6397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6398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6402" name="Сгруппировать"/>
          <p:cNvGrpSpPr/>
          <p:nvPr/>
        </p:nvGrpSpPr>
        <p:grpSpPr>
          <a:xfrm>
            <a:off x="7620000" y="-1714500"/>
            <a:ext cx="1524000" cy="857250"/>
            <a:chOff x="0" y="0"/>
            <a:chExt cx="1524000" cy="857250"/>
          </a:xfrm>
        </p:grpSpPr>
        <p:sp>
          <p:nvSpPr>
            <p:cNvPr id="6400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6401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6405" name="Сгруппировать"/>
          <p:cNvGrpSpPr/>
          <p:nvPr/>
        </p:nvGrpSpPr>
        <p:grpSpPr>
          <a:xfrm>
            <a:off x="6096000" y="-857250"/>
            <a:ext cx="1524000" cy="857250"/>
            <a:chOff x="0" y="0"/>
            <a:chExt cx="1524000" cy="857250"/>
          </a:xfrm>
        </p:grpSpPr>
        <p:sp>
          <p:nvSpPr>
            <p:cNvPr id="6403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6404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6408" name="Сгруппировать"/>
          <p:cNvGrpSpPr/>
          <p:nvPr/>
        </p:nvGrpSpPr>
        <p:grpSpPr>
          <a:xfrm>
            <a:off x="4572000" y="-1714500"/>
            <a:ext cx="1524000" cy="857250"/>
            <a:chOff x="0" y="0"/>
            <a:chExt cx="1524000" cy="857250"/>
          </a:xfrm>
        </p:grpSpPr>
        <p:sp>
          <p:nvSpPr>
            <p:cNvPr id="6406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6407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6411" name="Сгруппировать"/>
          <p:cNvGrpSpPr/>
          <p:nvPr/>
        </p:nvGrpSpPr>
        <p:grpSpPr>
          <a:xfrm>
            <a:off x="3048000" y="-857250"/>
            <a:ext cx="1524000" cy="857250"/>
            <a:chOff x="0" y="0"/>
            <a:chExt cx="1524000" cy="857250"/>
          </a:xfrm>
        </p:grpSpPr>
        <p:sp>
          <p:nvSpPr>
            <p:cNvPr id="6409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6410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6414" name="Сгруппировать"/>
          <p:cNvGrpSpPr/>
          <p:nvPr/>
        </p:nvGrpSpPr>
        <p:grpSpPr>
          <a:xfrm>
            <a:off x="1524000" y="-1714500"/>
            <a:ext cx="1524000" cy="857250"/>
            <a:chOff x="0" y="0"/>
            <a:chExt cx="1524000" cy="857250"/>
          </a:xfrm>
        </p:grpSpPr>
        <p:sp>
          <p:nvSpPr>
            <p:cNvPr id="6412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6413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6417" name="Сгруппировать"/>
          <p:cNvGrpSpPr/>
          <p:nvPr/>
        </p:nvGrpSpPr>
        <p:grpSpPr>
          <a:xfrm>
            <a:off x="0" y="-857250"/>
            <a:ext cx="1524001" cy="857250"/>
            <a:chOff x="0" y="0"/>
            <a:chExt cx="1524000" cy="857250"/>
          </a:xfrm>
        </p:grpSpPr>
        <p:sp>
          <p:nvSpPr>
            <p:cNvPr id="6415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6416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6420" name="Сгруппировать"/>
          <p:cNvGrpSpPr/>
          <p:nvPr/>
        </p:nvGrpSpPr>
        <p:grpSpPr>
          <a:xfrm>
            <a:off x="16764000" y="-1714500"/>
            <a:ext cx="1524000" cy="857250"/>
            <a:chOff x="0" y="0"/>
            <a:chExt cx="1524000" cy="857250"/>
          </a:xfrm>
        </p:grpSpPr>
        <p:sp>
          <p:nvSpPr>
            <p:cNvPr id="6418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6419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6423" name="Сгруппировать"/>
          <p:cNvGrpSpPr/>
          <p:nvPr/>
        </p:nvGrpSpPr>
        <p:grpSpPr>
          <a:xfrm>
            <a:off x="15240000" y="-857250"/>
            <a:ext cx="1524000" cy="857250"/>
            <a:chOff x="0" y="0"/>
            <a:chExt cx="1524000" cy="857250"/>
          </a:xfrm>
        </p:grpSpPr>
        <p:sp>
          <p:nvSpPr>
            <p:cNvPr id="6421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6422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6426" name="Сгруппировать"/>
          <p:cNvGrpSpPr/>
          <p:nvPr/>
        </p:nvGrpSpPr>
        <p:grpSpPr>
          <a:xfrm>
            <a:off x="19812000" y="-1714500"/>
            <a:ext cx="1524000" cy="857250"/>
            <a:chOff x="0" y="0"/>
            <a:chExt cx="1524000" cy="857250"/>
          </a:xfrm>
        </p:grpSpPr>
        <p:sp>
          <p:nvSpPr>
            <p:cNvPr id="6424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6425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6429" name="Сгруппировать"/>
          <p:cNvGrpSpPr/>
          <p:nvPr/>
        </p:nvGrpSpPr>
        <p:grpSpPr>
          <a:xfrm>
            <a:off x="18288000" y="-857250"/>
            <a:ext cx="1524000" cy="857250"/>
            <a:chOff x="0" y="0"/>
            <a:chExt cx="1524000" cy="857250"/>
          </a:xfrm>
        </p:grpSpPr>
        <p:sp>
          <p:nvSpPr>
            <p:cNvPr id="6427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6428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6432" name="Сгруппировать"/>
          <p:cNvGrpSpPr/>
          <p:nvPr/>
        </p:nvGrpSpPr>
        <p:grpSpPr>
          <a:xfrm>
            <a:off x="22860000" y="-1714500"/>
            <a:ext cx="1524000" cy="857250"/>
            <a:chOff x="0" y="0"/>
            <a:chExt cx="1524000" cy="857250"/>
          </a:xfrm>
        </p:grpSpPr>
        <p:sp>
          <p:nvSpPr>
            <p:cNvPr id="6430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6431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6435" name="Сгруппировать"/>
          <p:cNvGrpSpPr/>
          <p:nvPr/>
        </p:nvGrpSpPr>
        <p:grpSpPr>
          <a:xfrm>
            <a:off x="21336000" y="-857250"/>
            <a:ext cx="1524000" cy="857250"/>
            <a:chOff x="0" y="0"/>
            <a:chExt cx="1524000" cy="857250"/>
          </a:xfrm>
        </p:grpSpPr>
        <p:sp>
          <p:nvSpPr>
            <p:cNvPr id="6433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6434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6438" name="Сгруппировать"/>
          <p:cNvGrpSpPr/>
          <p:nvPr/>
        </p:nvGrpSpPr>
        <p:grpSpPr>
          <a:xfrm>
            <a:off x="-1524000" y="0"/>
            <a:ext cx="1524000" cy="857251"/>
            <a:chOff x="0" y="0"/>
            <a:chExt cx="1524000" cy="857250"/>
          </a:xfrm>
        </p:grpSpPr>
        <p:sp>
          <p:nvSpPr>
            <p:cNvPr id="6436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6437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6441" name="Сгруппировать"/>
          <p:cNvGrpSpPr/>
          <p:nvPr/>
        </p:nvGrpSpPr>
        <p:grpSpPr>
          <a:xfrm>
            <a:off x="-1524000" y="12858750"/>
            <a:ext cx="1524000" cy="857250"/>
            <a:chOff x="0" y="0"/>
            <a:chExt cx="1524000" cy="857250"/>
          </a:xfrm>
        </p:grpSpPr>
        <p:sp>
          <p:nvSpPr>
            <p:cNvPr id="6439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6440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6444" name="Сгруппировать"/>
          <p:cNvGrpSpPr/>
          <p:nvPr/>
        </p:nvGrpSpPr>
        <p:grpSpPr>
          <a:xfrm>
            <a:off x="-1651000" y="12001500"/>
            <a:ext cx="1524000" cy="857250"/>
            <a:chOff x="0" y="0"/>
            <a:chExt cx="1524000" cy="857250"/>
          </a:xfrm>
        </p:grpSpPr>
        <p:sp>
          <p:nvSpPr>
            <p:cNvPr id="6442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6443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sp>
        <p:nvSpPr>
          <p:cNvPr id="63" name="Text 1">
            <a:extLst>
              <a:ext uri="{FF2B5EF4-FFF2-40B4-BE49-F238E27FC236}">
                <a16:creationId xmlns:a16="http://schemas.microsoft.com/office/drawing/2014/main" id="{79AB2086-D555-48BF-8A7C-96857B49D633}"/>
              </a:ext>
            </a:extLst>
          </p:cNvPr>
          <p:cNvSpPr/>
          <p:nvPr/>
        </p:nvSpPr>
        <p:spPr>
          <a:xfrm>
            <a:off x="1356966" y="1105917"/>
            <a:ext cx="21203588" cy="13467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93000"/>
              </a:lnSpc>
            </a:pPr>
            <a:r>
              <a:rPr lang="en-US" sz="9600" b="1" dirty="0">
                <a:solidFill>
                  <a:srgbClr val="000000"/>
                </a:solidFill>
                <a:latin typeface="SB Sans Display Semibold" panose="020B0503040504020204" pitchFamily="34" charset="0"/>
                <a:cs typeface="SB Sans Display Semibold" panose="020B0503040504020204" pitchFamily="34" charset="0"/>
              </a:rPr>
              <a:t>@</a:t>
            </a:r>
            <a:r>
              <a:rPr lang="en-US" sz="9600" b="1" dirty="0" err="1">
                <a:solidFill>
                  <a:srgbClr val="000000"/>
                </a:solidFill>
                <a:latin typeface="SB Sans Display Semibold" panose="020B0503040504020204" pitchFamily="34" charset="0"/>
                <a:cs typeface="SB Sans Display Semibold" panose="020B0503040504020204" pitchFamily="34" charset="0"/>
              </a:rPr>
              <a:t>SpringBootApplication</a:t>
            </a:r>
            <a:endParaRPr lang="en-US" sz="9600" b="1" dirty="0">
              <a:solidFill>
                <a:srgbClr val="000000"/>
              </a:solidFill>
              <a:latin typeface="SB Sans Display Semibold" panose="020B0503040504020204" pitchFamily="34" charset="0"/>
              <a:cs typeface="SB Sans Display Semibold" panose="020B0503040504020204" pitchFamily="34" charset="0"/>
            </a:endParaRPr>
          </a:p>
        </p:txBody>
      </p:sp>
      <p:sp>
        <p:nvSpPr>
          <p:cNvPr id="65" name="Прямоугольник 64">
            <a:extLst>
              <a:ext uri="{FF2B5EF4-FFF2-40B4-BE49-F238E27FC236}">
                <a16:creationId xmlns:a16="http://schemas.microsoft.com/office/drawing/2014/main" id="{84E7FB4F-14DD-49B4-A08D-4916FD2FA78C}"/>
              </a:ext>
            </a:extLst>
          </p:cNvPr>
          <p:cNvSpPr/>
          <p:nvPr/>
        </p:nvSpPr>
        <p:spPr>
          <a:xfrm>
            <a:off x="4195679" y="8282916"/>
            <a:ext cx="4483845" cy="5356355"/>
          </a:xfrm>
          <a:prstGeom prst="rect">
            <a:avLst/>
          </a:prstGeom>
          <a:solidFill>
            <a:srgbClr val="FFFFFF"/>
          </a:soli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ctr" defTabSz="8255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3200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FillTx/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2A105292-B6E1-4625-B0A4-94F71F7F65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2903" y="4541908"/>
            <a:ext cx="22922698" cy="5946284"/>
          </a:xfrm>
          <a:prstGeom prst="rect">
            <a:avLst/>
          </a:prstGeom>
        </p:spPr>
      </p:pic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DFB23C50-77AA-4DB4-9279-A622F86504EE}"/>
              </a:ext>
            </a:extLst>
          </p:cNvPr>
          <p:cNvSpPr/>
          <p:nvPr/>
        </p:nvSpPr>
        <p:spPr>
          <a:xfrm>
            <a:off x="7102876" y="5998066"/>
            <a:ext cx="16992725" cy="5946284"/>
          </a:xfrm>
          <a:prstGeom prst="rect">
            <a:avLst/>
          </a:prstGeom>
          <a:solidFill>
            <a:srgbClr val="FFFFFF"/>
          </a:soli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ctr" defTabSz="8255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3200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FillTx/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64" name="Прямоугольник 63">
            <a:extLst>
              <a:ext uri="{FF2B5EF4-FFF2-40B4-BE49-F238E27FC236}">
                <a16:creationId xmlns:a16="http://schemas.microsoft.com/office/drawing/2014/main" id="{BF7D090D-9121-46ED-94ED-B5B975F1E59D}"/>
              </a:ext>
            </a:extLst>
          </p:cNvPr>
          <p:cNvSpPr/>
          <p:nvPr/>
        </p:nvSpPr>
        <p:spPr>
          <a:xfrm>
            <a:off x="10645775" y="5887617"/>
            <a:ext cx="12989451" cy="4600575"/>
          </a:xfrm>
          <a:prstGeom prst="rect">
            <a:avLst/>
          </a:prstGeom>
          <a:solidFill>
            <a:srgbClr val="FFFFFF"/>
          </a:soli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ctr" defTabSz="8255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3200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FillTx/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</p:spTree>
    <p:extLst>
      <p:ext uri="{BB962C8B-B14F-4D97-AF65-F5344CB8AC3E}">
        <p14:creationId xmlns:p14="http://schemas.microsoft.com/office/powerpoint/2010/main" val="365387772"/>
      </p:ext>
    </p:extLst>
  </p:cSld>
  <p:clrMapOvr>
    <a:masterClrMapping/>
  </p:clrMapOvr>
  <p:transition spd="med"/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C792E338-5663-41A4-8813-B01FCC2BC69A}"/>
              </a:ext>
            </a:extLst>
          </p:cNvPr>
          <p:cNvSpPr/>
          <p:nvPr/>
        </p:nvSpPr>
        <p:spPr>
          <a:xfrm>
            <a:off x="-127000" y="-25400"/>
            <a:ext cx="24672365" cy="13741400"/>
          </a:xfrm>
          <a:prstGeom prst="rect">
            <a:avLst/>
          </a:prstGeom>
          <a:solidFill>
            <a:srgbClr val="FFFFFF"/>
          </a:soli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ctr" defTabSz="8255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3200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FillTx/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grpSp>
        <p:nvGrpSpPr>
          <p:cNvPr id="6390" name="Сгруппировать"/>
          <p:cNvGrpSpPr/>
          <p:nvPr/>
        </p:nvGrpSpPr>
        <p:grpSpPr>
          <a:xfrm>
            <a:off x="12192000" y="-857250"/>
            <a:ext cx="1524000" cy="857250"/>
            <a:chOff x="0" y="0"/>
            <a:chExt cx="1524000" cy="857250"/>
          </a:xfrm>
        </p:grpSpPr>
        <p:sp>
          <p:nvSpPr>
            <p:cNvPr id="6388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34E234">
                <a:alpha val="50172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6389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6393" name="Сгруппировать"/>
          <p:cNvGrpSpPr/>
          <p:nvPr/>
        </p:nvGrpSpPr>
        <p:grpSpPr>
          <a:xfrm>
            <a:off x="10668000" y="-1714500"/>
            <a:ext cx="1524000" cy="857250"/>
            <a:chOff x="0" y="0"/>
            <a:chExt cx="1524000" cy="857250"/>
          </a:xfrm>
        </p:grpSpPr>
        <p:sp>
          <p:nvSpPr>
            <p:cNvPr id="6391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6392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6396" name="Сгруппировать"/>
          <p:cNvGrpSpPr/>
          <p:nvPr/>
        </p:nvGrpSpPr>
        <p:grpSpPr>
          <a:xfrm>
            <a:off x="13716000" y="-1714500"/>
            <a:ext cx="1524000" cy="857250"/>
            <a:chOff x="0" y="0"/>
            <a:chExt cx="1524000" cy="857250"/>
          </a:xfrm>
        </p:grpSpPr>
        <p:sp>
          <p:nvSpPr>
            <p:cNvPr id="6394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6395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6399" name="Сгруппировать"/>
          <p:cNvGrpSpPr/>
          <p:nvPr/>
        </p:nvGrpSpPr>
        <p:grpSpPr>
          <a:xfrm>
            <a:off x="9144000" y="-857250"/>
            <a:ext cx="1524000" cy="857250"/>
            <a:chOff x="0" y="0"/>
            <a:chExt cx="1524000" cy="857250"/>
          </a:xfrm>
        </p:grpSpPr>
        <p:sp>
          <p:nvSpPr>
            <p:cNvPr id="6397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6398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6402" name="Сгруппировать"/>
          <p:cNvGrpSpPr/>
          <p:nvPr/>
        </p:nvGrpSpPr>
        <p:grpSpPr>
          <a:xfrm>
            <a:off x="7620000" y="-1714500"/>
            <a:ext cx="1524000" cy="857250"/>
            <a:chOff x="0" y="0"/>
            <a:chExt cx="1524000" cy="857250"/>
          </a:xfrm>
        </p:grpSpPr>
        <p:sp>
          <p:nvSpPr>
            <p:cNvPr id="6400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6401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6405" name="Сгруппировать"/>
          <p:cNvGrpSpPr/>
          <p:nvPr/>
        </p:nvGrpSpPr>
        <p:grpSpPr>
          <a:xfrm>
            <a:off x="6096000" y="-857250"/>
            <a:ext cx="1524000" cy="857250"/>
            <a:chOff x="0" y="0"/>
            <a:chExt cx="1524000" cy="857250"/>
          </a:xfrm>
        </p:grpSpPr>
        <p:sp>
          <p:nvSpPr>
            <p:cNvPr id="6403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6404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6408" name="Сгруппировать"/>
          <p:cNvGrpSpPr/>
          <p:nvPr/>
        </p:nvGrpSpPr>
        <p:grpSpPr>
          <a:xfrm>
            <a:off x="4572000" y="-1714500"/>
            <a:ext cx="1524000" cy="857250"/>
            <a:chOff x="0" y="0"/>
            <a:chExt cx="1524000" cy="857250"/>
          </a:xfrm>
        </p:grpSpPr>
        <p:sp>
          <p:nvSpPr>
            <p:cNvPr id="6406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6407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6411" name="Сгруппировать"/>
          <p:cNvGrpSpPr/>
          <p:nvPr/>
        </p:nvGrpSpPr>
        <p:grpSpPr>
          <a:xfrm>
            <a:off x="3048000" y="-857250"/>
            <a:ext cx="1524000" cy="857250"/>
            <a:chOff x="0" y="0"/>
            <a:chExt cx="1524000" cy="857250"/>
          </a:xfrm>
        </p:grpSpPr>
        <p:sp>
          <p:nvSpPr>
            <p:cNvPr id="6409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6410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6414" name="Сгруппировать"/>
          <p:cNvGrpSpPr/>
          <p:nvPr/>
        </p:nvGrpSpPr>
        <p:grpSpPr>
          <a:xfrm>
            <a:off x="1524000" y="-1714500"/>
            <a:ext cx="1524000" cy="857250"/>
            <a:chOff x="0" y="0"/>
            <a:chExt cx="1524000" cy="857250"/>
          </a:xfrm>
        </p:grpSpPr>
        <p:sp>
          <p:nvSpPr>
            <p:cNvPr id="6412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6413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6417" name="Сгруппировать"/>
          <p:cNvGrpSpPr/>
          <p:nvPr/>
        </p:nvGrpSpPr>
        <p:grpSpPr>
          <a:xfrm>
            <a:off x="0" y="-857250"/>
            <a:ext cx="1524001" cy="857250"/>
            <a:chOff x="0" y="0"/>
            <a:chExt cx="1524000" cy="857250"/>
          </a:xfrm>
        </p:grpSpPr>
        <p:sp>
          <p:nvSpPr>
            <p:cNvPr id="6415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6416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6420" name="Сгруппировать"/>
          <p:cNvGrpSpPr/>
          <p:nvPr/>
        </p:nvGrpSpPr>
        <p:grpSpPr>
          <a:xfrm>
            <a:off x="16764000" y="-1714500"/>
            <a:ext cx="1524000" cy="857250"/>
            <a:chOff x="0" y="0"/>
            <a:chExt cx="1524000" cy="857250"/>
          </a:xfrm>
        </p:grpSpPr>
        <p:sp>
          <p:nvSpPr>
            <p:cNvPr id="6418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6419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6423" name="Сгруппировать"/>
          <p:cNvGrpSpPr/>
          <p:nvPr/>
        </p:nvGrpSpPr>
        <p:grpSpPr>
          <a:xfrm>
            <a:off x="15240000" y="-857250"/>
            <a:ext cx="1524000" cy="857250"/>
            <a:chOff x="0" y="0"/>
            <a:chExt cx="1524000" cy="857250"/>
          </a:xfrm>
        </p:grpSpPr>
        <p:sp>
          <p:nvSpPr>
            <p:cNvPr id="6421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6422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6426" name="Сгруппировать"/>
          <p:cNvGrpSpPr/>
          <p:nvPr/>
        </p:nvGrpSpPr>
        <p:grpSpPr>
          <a:xfrm>
            <a:off x="19812000" y="-1714500"/>
            <a:ext cx="1524000" cy="857250"/>
            <a:chOff x="0" y="0"/>
            <a:chExt cx="1524000" cy="857250"/>
          </a:xfrm>
        </p:grpSpPr>
        <p:sp>
          <p:nvSpPr>
            <p:cNvPr id="6424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6425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6429" name="Сгруппировать"/>
          <p:cNvGrpSpPr/>
          <p:nvPr/>
        </p:nvGrpSpPr>
        <p:grpSpPr>
          <a:xfrm>
            <a:off x="18288000" y="-857250"/>
            <a:ext cx="1524000" cy="857250"/>
            <a:chOff x="0" y="0"/>
            <a:chExt cx="1524000" cy="857250"/>
          </a:xfrm>
        </p:grpSpPr>
        <p:sp>
          <p:nvSpPr>
            <p:cNvPr id="6427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6428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6432" name="Сгруппировать"/>
          <p:cNvGrpSpPr/>
          <p:nvPr/>
        </p:nvGrpSpPr>
        <p:grpSpPr>
          <a:xfrm>
            <a:off x="22860000" y="-1714500"/>
            <a:ext cx="1524000" cy="857250"/>
            <a:chOff x="0" y="0"/>
            <a:chExt cx="1524000" cy="857250"/>
          </a:xfrm>
        </p:grpSpPr>
        <p:sp>
          <p:nvSpPr>
            <p:cNvPr id="6430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6431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6435" name="Сгруппировать"/>
          <p:cNvGrpSpPr/>
          <p:nvPr/>
        </p:nvGrpSpPr>
        <p:grpSpPr>
          <a:xfrm>
            <a:off x="21336000" y="-857250"/>
            <a:ext cx="1524000" cy="857250"/>
            <a:chOff x="0" y="0"/>
            <a:chExt cx="1524000" cy="857250"/>
          </a:xfrm>
        </p:grpSpPr>
        <p:sp>
          <p:nvSpPr>
            <p:cNvPr id="6433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6434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6438" name="Сгруппировать"/>
          <p:cNvGrpSpPr/>
          <p:nvPr/>
        </p:nvGrpSpPr>
        <p:grpSpPr>
          <a:xfrm>
            <a:off x="-1524000" y="0"/>
            <a:ext cx="1524000" cy="857251"/>
            <a:chOff x="0" y="0"/>
            <a:chExt cx="1524000" cy="857250"/>
          </a:xfrm>
        </p:grpSpPr>
        <p:sp>
          <p:nvSpPr>
            <p:cNvPr id="6436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6437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6441" name="Сгруппировать"/>
          <p:cNvGrpSpPr/>
          <p:nvPr/>
        </p:nvGrpSpPr>
        <p:grpSpPr>
          <a:xfrm>
            <a:off x="-1524000" y="12858750"/>
            <a:ext cx="1524000" cy="857250"/>
            <a:chOff x="0" y="0"/>
            <a:chExt cx="1524000" cy="857250"/>
          </a:xfrm>
        </p:grpSpPr>
        <p:sp>
          <p:nvSpPr>
            <p:cNvPr id="6439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6440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6444" name="Сгруппировать"/>
          <p:cNvGrpSpPr/>
          <p:nvPr/>
        </p:nvGrpSpPr>
        <p:grpSpPr>
          <a:xfrm>
            <a:off x="-1651000" y="12001500"/>
            <a:ext cx="1524000" cy="857250"/>
            <a:chOff x="0" y="0"/>
            <a:chExt cx="1524000" cy="857250"/>
          </a:xfrm>
        </p:grpSpPr>
        <p:sp>
          <p:nvSpPr>
            <p:cNvPr id="6442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6443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sp>
        <p:nvSpPr>
          <p:cNvPr id="63" name="Text 1">
            <a:extLst>
              <a:ext uri="{FF2B5EF4-FFF2-40B4-BE49-F238E27FC236}">
                <a16:creationId xmlns:a16="http://schemas.microsoft.com/office/drawing/2014/main" id="{79AB2086-D555-48BF-8A7C-96857B49D633}"/>
              </a:ext>
            </a:extLst>
          </p:cNvPr>
          <p:cNvSpPr/>
          <p:nvPr/>
        </p:nvSpPr>
        <p:spPr>
          <a:xfrm>
            <a:off x="1356966" y="1105917"/>
            <a:ext cx="21203588" cy="13467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93000"/>
              </a:lnSpc>
            </a:pPr>
            <a:r>
              <a:rPr lang="en-US" sz="9600" b="1" dirty="0">
                <a:solidFill>
                  <a:srgbClr val="000000"/>
                </a:solidFill>
                <a:latin typeface="SB Sans Display Semibold" panose="020B0503040504020204" pitchFamily="34" charset="0"/>
                <a:cs typeface="SB Sans Display Semibold" panose="020B0503040504020204" pitchFamily="34" charset="0"/>
              </a:rPr>
              <a:t>@</a:t>
            </a:r>
            <a:r>
              <a:rPr lang="en-US" sz="9600" b="1" dirty="0" err="1">
                <a:solidFill>
                  <a:srgbClr val="000000"/>
                </a:solidFill>
                <a:latin typeface="SB Sans Display Semibold" panose="020B0503040504020204" pitchFamily="34" charset="0"/>
                <a:cs typeface="SB Sans Display Semibold" panose="020B0503040504020204" pitchFamily="34" charset="0"/>
              </a:rPr>
              <a:t>SpringBootApplication</a:t>
            </a:r>
            <a:endParaRPr lang="en-US" sz="9600" b="1" dirty="0">
              <a:solidFill>
                <a:srgbClr val="000000"/>
              </a:solidFill>
              <a:latin typeface="SB Sans Display Semibold" panose="020B0503040504020204" pitchFamily="34" charset="0"/>
              <a:cs typeface="SB Sans Display Semibold" panose="020B0503040504020204" pitchFamily="34" charset="0"/>
            </a:endParaRPr>
          </a:p>
        </p:txBody>
      </p:sp>
      <p:sp>
        <p:nvSpPr>
          <p:cNvPr id="65" name="Прямоугольник 64">
            <a:extLst>
              <a:ext uri="{FF2B5EF4-FFF2-40B4-BE49-F238E27FC236}">
                <a16:creationId xmlns:a16="http://schemas.microsoft.com/office/drawing/2014/main" id="{84E7FB4F-14DD-49B4-A08D-4916FD2FA78C}"/>
              </a:ext>
            </a:extLst>
          </p:cNvPr>
          <p:cNvSpPr/>
          <p:nvPr/>
        </p:nvSpPr>
        <p:spPr>
          <a:xfrm>
            <a:off x="4195679" y="8282916"/>
            <a:ext cx="4483845" cy="5356355"/>
          </a:xfrm>
          <a:prstGeom prst="rect">
            <a:avLst/>
          </a:prstGeom>
          <a:solidFill>
            <a:srgbClr val="FFFFFF"/>
          </a:soli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ctr" defTabSz="8255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3200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FillTx/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2A105292-B6E1-4625-B0A4-94F71F7F65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2903" y="4541908"/>
            <a:ext cx="22922698" cy="5946284"/>
          </a:xfrm>
          <a:prstGeom prst="rect">
            <a:avLst/>
          </a:prstGeom>
        </p:spPr>
      </p:pic>
      <p:sp>
        <p:nvSpPr>
          <p:cNvPr id="67" name="Прямоугольник 66">
            <a:extLst>
              <a:ext uri="{FF2B5EF4-FFF2-40B4-BE49-F238E27FC236}">
                <a16:creationId xmlns:a16="http://schemas.microsoft.com/office/drawing/2014/main" id="{EEDB06DF-87E0-46B7-8965-E3A09F074FF7}"/>
              </a:ext>
            </a:extLst>
          </p:cNvPr>
          <p:cNvSpPr/>
          <p:nvPr/>
        </p:nvSpPr>
        <p:spPr>
          <a:xfrm>
            <a:off x="15003977" y="6170006"/>
            <a:ext cx="9235046" cy="4127383"/>
          </a:xfrm>
          <a:prstGeom prst="rect">
            <a:avLst/>
          </a:prstGeom>
          <a:solidFill>
            <a:srgbClr val="FFFFFF"/>
          </a:soli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ctr" defTabSz="8255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3200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FillTx/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70" name="Прямоугольник 69">
            <a:extLst>
              <a:ext uri="{FF2B5EF4-FFF2-40B4-BE49-F238E27FC236}">
                <a16:creationId xmlns:a16="http://schemas.microsoft.com/office/drawing/2014/main" id="{59A33D7E-07D4-4E68-9FF2-FAB8BA8D4BF5}"/>
              </a:ext>
            </a:extLst>
          </p:cNvPr>
          <p:cNvSpPr/>
          <p:nvPr/>
        </p:nvSpPr>
        <p:spPr>
          <a:xfrm>
            <a:off x="10645775" y="5719763"/>
            <a:ext cx="7454900" cy="450243"/>
          </a:xfrm>
          <a:prstGeom prst="rect">
            <a:avLst/>
          </a:prstGeom>
          <a:solidFill>
            <a:srgbClr val="FFFFFF"/>
          </a:soli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ctr" defTabSz="8255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3200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FillTx/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</p:spTree>
    <p:extLst>
      <p:ext uri="{BB962C8B-B14F-4D97-AF65-F5344CB8AC3E}">
        <p14:creationId xmlns:p14="http://schemas.microsoft.com/office/powerpoint/2010/main" val="2170678169"/>
      </p:ext>
    </p:extLst>
  </p:cSld>
  <p:clrMapOvr>
    <a:masterClrMapping/>
  </p:clrMapOvr>
  <p:transition spd="med"/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C792E338-5663-41A4-8813-B01FCC2BC69A}"/>
              </a:ext>
            </a:extLst>
          </p:cNvPr>
          <p:cNvSpPr/>
          <p:nvPr/>
        </p:nvSpPr>
        <p:spPr>
          <a:xfrm>
            <a:off x="-127000" y="-25400"/>
            <a:ext cx="24672365" cy="13741400"/>
          </a:xfrm>
          <a:prstGeom prst="rect">
            <a:avLst/>
          </a:prstGeom>
          <a:solidFill>
            <a:srgbClr val="FFFFFF"/>
          </a:soli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ctr" defTabSz="8255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3200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FillTx/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grpSp>
        <p:nvGrpSpPr>
          <p:cNvPr id="6390" name="Сгруппировать"/>
          <p:cNvGrpSpPr/>
          <p:nvPr/>
        </p:nvGrpSpPr>
        <p:grpSpPr>
          <a:xfrm>
            <a:off x="12192000" y="-857250"/>
            <a:ext cx="1524000" cy="857250"/>
            <a:chOff x="0" y="0"/>
            <a:chExt cx="1524000" cy="857250"/>
          </a:xfrm>
        </p:grpSpPr>
        <p:sp>
          <p:nvSpPr>
            <p:cNvPr id="6388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34E234">
                <a:alpha val="50172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6389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6393" name="Сгруппировать"/>
          <p:cNvGrpSpPr/>
          <p:nvPr/>
        </p:nvGrpSpPr>
        <p:grpSpPr>
          <a:xfrm>
            <a:off x="10668000" y="-1714500"/>
            <a:ext cx="1524000" cy="857250"/>
            <a:chOff x="0" y="0"/>
            <a:chExt cx="1524000" cy="857250"/>
          </a:xfrm>
        </p:grpSpPr>
        <p:sp>
          <p:nvSpPr>
            <p:cNvPr id="6391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6392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6396" name="Сгруппировать"/>
          <p:cNvGrpSpPr/>
          <p:nvPr/>
        </p:nvGrpSpPr>
        <p:grpSpPr>
          <a:xfrm>
            <a:off x="13716000" y="-1714500"/>
            <a:ext cx="1524000" cy="857250"/>
            <a:chOff x="0" y="0"/>
            <a:chExt cx="1524000" cy="857250"/>
          </a:xfrm>
        </p:grpSpPr>
        <p:sp>
          <p:nvSpPr>
            <p:cNvPr id="6394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6395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6399" name="Сгруппировать"/>
          <p:cNvGrpSpPr/>
          <p:nvPr/>
        </p:nvGrpSpPr>
        <p:grpSpPr>
          <a:xfrm>
            <a:off x="9144000" y="-857250"/>
            <a:ext cx="1524000" cy="857250"/>
            <a:chOff x="0" y="0"/>
            <a:chExt cx="1524000" cy="857250"/>
          </a:xfrm>
        </p:grpSpPr>
        <p:sp>
          <p:nvSpPr>
            <p:cNvPr id="6397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6398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6402" name="Сгруппировать"/>
          <p:cNvGrpSpPr/>
          <p:nvPr/>
        </p:nvGrpSpPr>
        <p:grpSpPr>
          <a:xfrm>
            <a:off x="7620000" y="-1714500"/>
            <a:ext cx="1524000" cy="857250"/>
            <a:chOff x="0" y="0"/>
            <a:chExt cx="1524000" cy="857250"/>
          </a:xfrm>
        </p:grpSpPr>
        <p:sp>
          <p:nvSpPr>
            <p:cNvPr id="6400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6401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6405" name="Сгруппировать"/>
          <p:cNvGrpSpPr/>
          <p:nvPr/>
        </p:nvGrpSpPr>
        <p:grpSpPr>
          <a:xfrm>
            <a:off x="6096000" y="-857250"/>
            <a:ext cx="1524000" cy="857250"/>
            <a:chOff x="0" y="0"/>
            <a:chExt cx="1524000" cy="857250"/>
          </a:xfrm>
        </p:grpSpPr>
        <p:sp>
          <p:nvSpPr>
            <p:cNvPr id="6403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6404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6408" name="Сгруппировать"/>
          <p:cNvGrpSpPr/>
          <p:nvPr/>
        </p:nvGrpSpPr>
        <p:grpSpPr>
          <a:xfrm>
            <a:off x="4572000" y="-1714500"/>
            <a:ext cx="1524000" cy="857250"/>
            <a:chOff x="0" y="0"/>
            <a:chExt cx="1524000" cy="857250"/>
          </a:xfrm>
        </p:grpSpPr>
        <p:sp>
          <p:nvSpPr>
            <p:cNvPr id="6406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6407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6411" name="Сгруппировать"/>
          <p:cNvGrpSpPr/>
          <p:nvPr/>
        </p:nvGrpSpPr>
        <p:grpSpPr>
          <a:xfrm>
            <a:off x="3048000" y="-857250"/>
            <a:ext cx="1524000" cy="857250"/>
            <a:chOff x="0" y="0"/>
            <a:chExt cx="1524000" cy="857250"/>
          </a:xfrm>
        </p:grpSpPr>
        <p:sp>
          <p:nvSpPr>
            <p:cNvPr id="6409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6410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6414" name="Сгруппировать"/>
          <p:cNvGrpSpPr/>
          <p:nvPr/>
        </p:nvGrpSpPr>
        <p:grpSpPr>
          <a:xfrm>
            <a:off x="1524000" y="-1714500"/>
            <a:ext cx="1524000" cy="857250"/>
            <a:chOff x="0" y="0"/>
            <a:chExt cx="1524000" cy="857250"/>
          </a:xfrm>
        </p:grpSpPr>
        <p:sp>
          <p:nvSpPr>
            <p:cNvPr id="6412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6413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6417" name="Сгруппировать"/>
          <p:cNvGrpSpPr/>
          <p:nvPr/>
        </p:nvGrpSpPr>
        <p:grpSpPr>
          <a:xfrm>
            <a:off x="0" y="-857250"/>
            <a:ext cx="1524001" cy="857250"/>
            <a:chOff x="0" y="0"/>
            <a:chExt cx="1524000" cy="857250"/>
          </a:xfrm>
        </p:grpSpPr>
        <p:sp>
          <p:nvSpPr>
            <p:cNvPr id="6415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6416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6420" name="Сгруппировать"/>
          <p:cNvGrpSpPr/>
          <p:nvPr/>
        </p:nvGrpSpPr>
        <p:grpSpPr>
          <a:xfrm>
            <a:off x="16764000" y="-1714500"/>
            <a:ext cx="1524000" cy="857250"/>
            <a:chOff x="0" y="0"/>
            <a:chExt cx="1524000" cy="857250"/>
          </a:xfrm>
        </p:grpSpPr>
        <p:sp>
          <p:nvSpPr>
            <p:cNvPr id="6418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6419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6423" name="Сгруппировать"/>
          <p:cNvGrpSpPr/>
          <p:nvPr/>
        </p:nvGrpSpPr>
        <p:grpSpPr>
          <a:xfrm>
            <a:off x="15240000" y="-857250"/>
            <a:ext cx="1524000" cy="857250"/>
            <a:chOff x="0" y="0"/>
            <a:chExt cx="1524000" cy="857250"/>
          </a:xfrm>
        </p:grpSpPr>
        <p:sp>
          <p:nvSpPr>
            <p:cNvPr id="6421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6422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6426" name="Сгруппировать"/>
          <p:cNvGrpSpPr/>
          <p:nvPr/>
        </p:nvGrpSpPr>
        <p:grpSpPr>
          <a:xfrm>
            <a:off x="19812000" y="-1714500"/>
            <a:ext cx="1524000" cy="857250"/>
            <a:chOff x="0" y="0"/>
            <a:chExt cx="1524000" cy="857250"/>
          </a:xfrm>
        </p:grpSpPr>
        <p:sp>
          <p:nvSpPr>
            <p:cNvPr id="6424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6425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6429" name="Сгруппировать"/>
          <p:cNvGrpSpPr/>
          <p:nvPr/>
        </p:nvGrpSpPr>
        <p:grpSpPr>
          <a:xfrm>
            <a:off x="18288000" y="-857250"/>
            <a:ext cx="1524000" cy="857250"/>
            <a:chOff x="0" y="0"/>
            <a:chExt cx="1524000" cy="857250"/>
          </a:xfrm>
        </p:grpSpPr>
        <p:sp>
          <p:nvSpPr>
            <p:cNvPr id="6427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6428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6432" name="Сгруппировать"/>
          <p:cNvGrpSpPr/>
          <p:nvPr/>
        </p:nvGrpSpPr>
        <p:grpSpPr>
          <a:xfrm>
            <a:off x="22860000" y="-1714500"/>
            <a:ext cx="1524000" cy="857250"/>
            <a:chOff x="0" y="0"/>
            <a:chExt cx="1524000" cy="857250"/>
          </a:xfrm>
        </p:grpSpPr>
        <p:sp>
          <p:nvSpPr>
            <p:cNvPr id="6430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6431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6435" name="Сгруппировать"/>
          <p:cNvGrpSpPr/>
          <p:nvPr/>
        </p:nvGrpSpPr>
        <p:grpSpPr>
          <a:xfrm>
            <a:off x="21336000" y="-857250"/>
            <a:ext cx="1524000" cy="857250"/>
            <a:chOff x="0" y="0"/>
            <a:chExt cx="1524000" cy="857250"/>
          </a:xfrm>
        </p:grpSpPr>
        <p:sp>
          <p:nvSpPr>
            <p:cNvPr id="6433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6434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6438" name="Сгруппировать"/>
          <p:cNvGrpSpPr/>
          <p:nvPr/>
        </p:nvGrpSpPr>
        <p:grpSpPr>
          <a:xfrm>
            <a:off x="-1524000" y="0"/>
            <a:ext cx="1524000" cy="857251"/>
            <a:chOff x="0" y="0"/>
            <a:chExt cx="1524000" cy="857250"/>
          </a:xfrm>
        </p:grpSpPr>
        <p:sp>
          <p:nvSpPr>
            <p:cNvPr id="6436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6437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6441" name="Сгруппировать"/>
          <p:cNvGrpSpPr/>
          <p:nvPr/>
        </p:nvGrpSpPr>
        <p:grpSpPr>
          <a:xfrm>
            <a:off x="-1524000" y="12858750"/>
            <a:ext cx="1524000" cy="857250"/>
            <a:chOff x="0" y="0"/>
            <a:chExt cx="1524000" cy="857250"/>
          </a:xfrm>
        </p:grpSpPr>
        <p:sp>
          <p:nvSpPr>
            <p:cNvPr id="6439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6440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6444" name="Сгруппировать"/>
          <p:cNvGrpSpPr/>
          <p:nvPr/>
        </p:nvGrpSpPr>
        <p:grpSpPr>
          <a:xfrm>
            <a:off x="-1651000" y="12001500"/>
            <a:ext cx="1524000" cy="857250"/>
            <a:chOff x="0" y="0"/>
            <a:chExt cx="1524000" cy="857250"/>
          </a:xfrm>
        </p:grpSpPr>
        <p:sp>
          <p:nvSpPr>
            <p:cNvPr id="6442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6443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sp>
        <p:nvSpPr>
          <p:cNvPr id="63" name="Text 1">
            <a:extLst>
              <a:ext uri="{FF2B5EF4-FFF2-40B4-BE49-F238E27FC236}">
                <a16:creationId xmlns:a16="http://schemas.microsoft.com/office/drawing/2014/main" id="{79AB2086-D555-48BF-8A7C-96857B49D633}"/>
              </a:ext>
            </a:extLst>
          </p:cNvPr>
          <p:cNvSpPr/>
          <p:nvPr/>
        </p:nvSpPr>
        <p:spPr>
          <a:xfrm>
            <a:off x="1356966" y="1105917"/>
            <a:ext cx="21203588" cy="13467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93000"/>
              </a:lnSpc>
            </a:pPr>
            <a:r>
              <a:rPr lang="en-US" sz="9600" b="1" dirty="0">
                <a:solidFill>
                  <a:srgbClr val="000000"/>
                </a:solidFill>
                <a:latin typeface="SB Sans Display Semibold" panose="020B0503040504020204" pitchFamily="34" charset="0"/>
                <a:cs typeface="SB Sans Display Semibold" panose="020B0503040504020204" pitchFamily="34" charset="0"/>
              </a:rPr>
              <a:t>@</a:t>
            </a:r>
            <a:r>
              <a:rPr lang="en-US" sz="9600" b="1" dirty="0" err="1">
                <a:solidFill>
                  <a:srgbClr val="000000"/>
                </a:solidFill>
                <a:latin typeface="SB Sans Display Semibold" panose="020B0503040504020204" pitchFamily="34" charset="0"/>
                <a:cs typeface="SB Sans Display Semibold" panose="020B0503040504020204" pitchFamily="34" charset="0"/>
              </a:rPr>
              <a:t>SpringBootApplication</a:t>
            </a:r>
            <a:endParaRPr lang="en-US" sz="9600" b="1" dirty="0">
              <a:solidFill>
                <a:srgbClr val="000000"/>
              </a:solidFill>
              <a:latin typeface="SB Sans Display Semibold" panose="020B0503040504020204" pitchFamily="34" charset="0"/>
              <a:cs typeface="SB Sans Display Semibold" panose="020B0503040504020204" pitchFamily="34" charset="0"/>
            </a:endParaRPr>
          </a:p>
        </p:txBody>
      </p:sp>
      <p:sp>
        <p:nvSpPr>
          <p:cNvPr id="65" name="Прямоугольник 64">
            <a:extLst>
              <a:ext uri="{FF2B5EF4-FFF2-40B4-BE49-F238E27FC236}">
                <a16:creationId xmlns:a16="http://schemas.microsoft.com/office/drawing/2014/main" id="{84E7FB4F-14DD-49B4-A08D-4916FD2FA78C}"/>
              </a:ext>
            </a:extLst>
          </p:cNvPr>
          <p:cNvSpPr/>
          <p:nvPr/>
        </p:nvSpPr>
        <p:spPr>
          <a:xfrm>
            <a:off x="4195679" y="8282916"/>
            <a:ext cx="4483845" cy="5356355"/>
          </a:xfrm>
          <a:prstGeom prst="rect">
            <a:avLst/>
          </a:prstGeom>
          <a:solidFill>
            <a:srgbClr val="FFFFFF"/>
          </a:soli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ctr" defTabSz="8255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3200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FillTx/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2A105292-B6E1-4625-B0A4-94F71F7F65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2903" y="4541908"/>
            <a:ext cx="22922698" cy="59462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06419256"/>
      </p:ext>
    </p:extLst>
  </p:cSld>
  <p:clrMapOvr>
    <a:masterClrMapping/>
  </p:clrMapOvr>
  <p:transition spd="med"/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91" name="Заголовок"/>
          <p:cNvSpPr txBox="1"/>
          <p:nvPr/>
        </p:nvSpPr>
        <p:spPr>
          <a:xfrm>
            <a:off x="1524000" y="5810849"/>
            <a:ext cx="9273372" cy="209429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 algn="l">
              <a:lnSpc>
                <a:spcPct val="70000"/>
              </a:lnSpc>
              <a:defRPr sz="20000" spc="-400">
                <a:gradFill flip="none" rotWithShape="1">
                  <a:gsLst>
                    <a:gs pos="0">
                      <a:srgbClr val="34E234"/>
                    </a:gs>
                    <a:gs pos="19133">
                      <a:srgbClr val="9DCD25"/>
                    </a:gs>
                    <a:gs pos="39357">
                      <a:srgbClr val="F2E800"/>
                    </a:gs>
                    <a:gs pos="58861">
                      <a:srgbClr val="9DCD25"/>
                    </a:gs>
                    <a:gs pos="79839">
                      <a:srgbClr val="00A4E0"/>
                    </a:gs>
                    <a:gs pos="100000">
                      <a:srgbClr val="0086D0"/>
                    </a:gs>
                  </a:gsLst>
                  <a:lin ang="3000000" scaled="0"/>
                </a:gradFill>
                <a:latin typeface="SB Sans Display Light"/>
                <a:ea typeface="SB Sans Display Light"/>
                <a:cs typeface="SB Sans Display Light"/>
                <a:sym typeface="SB Sans Display Light"/>
              </a:defRPr>
            </a:lvl1pPr>
          </a:lstStyle>
          <a:p>
            <a:r>
              <a:rPr lang="ru-RU" sz="16700" dirty="0"/>
              <a:t>Стартеры</a:t>
            </a:r>
          </a:p>
        </p:txBody>
      </p:sp>
      <p:grpSp>
        <p:nvGrpSpPr>
          <p:cNvPr id="4594" name="Сгруппировать"/>
          <p:cNvGrpSpPr/>
          <p:nvPr/>
        </p:nvGrpSpPr>
        <p:grpSpPr>
          <a:xfrm>
            <a:off x="12192000" y="-857250"/>
            <a:ext cx="1524000" cy="857250"/>
            <a:chOff x="0" y="0"/>
            <a:chExt cx="1524000" cy="857250"/>
          </a:xfrm>
        </p:grpSpPr>
        <p:sp>
          <p:nvSpPr>
            <p:cNvPr id="4592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34E234">
                <a:alpha val="50172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4593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4597" name="Сгруппировать"/>
          <p:cNvGrpSpPr/>
          <p:nvPr/>
        </p:nvGrpSpPr>
        <p:grpSpPr>
          <a:xfrm>
            <a:off x="10668000" y="-1714500"/>
            <a:ext cx="1524000" cy="857250"/>
            <a:chOff x="0" y="0"/>
            <a:chExt cx="1524000" cy="857250"/>
          </a:xfrm>
        </p:grpSpPr>
        <p:sp>
          <p:nvSpPr>
            <p:cNvPr id="4595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4596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4600" name="Сгруппировать"/>
          <p:cNvGrpSpPr/>
          <p:nvPr/>
        </p:nvGrpSpPr>
        <p:grpSpPr>
          <a:xfrm>
            <a:off x="13716000" y="-1714500"/>
            <a:ext cx="1524000" cy="857250"/>
            <a:chOff x="0" y="0"/>
            <a:chExt cx="1524000" cy="857250"/>
          </a:xfrm>
        </p:grpSpPr>
        <p:sp>
          <p:nvSpPr>
            <p:cNvPr id="4598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4599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4603" name="Сгруппировать"/>
          <p:cNvGrpSpPr/>
          <p:nvPr/>
        </p:nvGrpSpPr>
        <p:grpSpPr>
          <a:xfrm>
            <a:off x="9144000" y="-857250"/>
            <a:ext cx="1524000" cy="857250"/>
            <a:chOff x="0" y="0"/>
            <a:chExt cx="1524000" cy="857250"/>
          </a:xfrm>
        </p:grpSpPr>
        <p:sp>
          <p:nvSpPr>
            <p:cNvPr id="4601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4602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4606" name="Сгруппировать"/>
          <p:cNvGrpSpPr/>
          <p:nvPr/>
        </p:nvGrpSpPr>
        <p:grpSpPr>
          <a:xfrm>
            <a:off x="7620000" y="-1714500"/>
            <a:ext cx="1524000" cy="857250"/>
            <a:chOff x="0" y="0"/>
            <a:chExt cx="1524000" cy="857250"/>
          </a:xfrm>
        </p:grpSpPr>
        <p:sp>
          <p:nvSpPr>
            <p:cNvPr id="4604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4605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4609" name="Сгруппировать"/>
          <p:cNvGrpSpPr/>
          <p:nvPr/>
        </p:nvGrpSpPr>
        <p:grpSpPr>
          <a:xfrm>
            <a:off x="6096000" y="-857250"/>
            <a:ext cx="1524000" cy="857250"/>
            <a:chOff x="0" y="0"/>
            <a:chExt cx="1524000" cy="857250"/>
          </a:xfrm>
        </p:grpSpPr>
        <p:sp>
          <p:nvSpPr>
            <p:cNvPr id="4607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4608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4612" name="Сгруппировать"/>
          <p:cNvGrpSpPr/>
          <p:nvPr/>
        </p:nvGrpSpPr>
        <p:grpSpPr>
          <a:xfrm>
            <a:off x="4572000" y="-1714500"/>
            <a:ext cx="1524000" cy="857250"/>
            <a:chOff x="0" y="0"/>
            <a:chExt cx="1524000" cy="857250"/>
          </a:xfrm>
        </p:grpSpPr>
        <p:sp>
          <p:nvSpPr>
            <p:cNvPr id="4610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4611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4615" name="Сгруппировать"/>
          <p:cNvGrpSpPr/>
          <p:nvPr/>
        </p:nvGrpSpPr>
        <p:grpSpPr>
          <a:xfrm>
            <a:off x="3048000" y="-857250"/>
            <a:ext cx="1524000" cy="857250"/>
            <a:chOff x="0" y="0"/>
            <a:chExt cx="1524000" cy="857250"/>
          </a:xfrm>
        </p:grpSpPr>
        <p:sp>
          <p:nvSpPr>
            <p:cNvPr id="4613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4614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4618" name="Сгруппировать"/>
          <p:cNvGrpSpPr/>
          <p:nvPr/>
        </p:nvGrpSpPr>
        <p:grpSpPr>
          <a:xfrm>
            <a:off x="1524000" y="-1714500"/>
            <a:ext cx="1524000" cy="857250"/>
            <a:chOff x="0" y="0"/>
            <a:chExt cx="1524000" cy="857250"/>
          </a:xfrm>
        </p:grpSpPr>
        <p:sp>
          <p:nvSpPr>
            <p:cNvPr id="4616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4617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4621" name="Сгруппировать"/>
          <p:cNvGrpSpPr/>
          <p:nvPr/>
        </p:nvGrpSpPr>
        <p:grpSpPr>
          <a:xfrm>
            <a:off x="0" y="-857250"/>
            <a:ext cx="1524001" cy="857250"/>
            <a:chOff x="0" y="0"/>
            <a:chExt cx="1524000" cy="857250"/>
          </a:xfrm>
        </p:grpSpPr>
        <p:sp>
          <p:nvSpPr>
            <p:cNvPr id="4619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4620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4624" name="Сгруппировать"/>
          <p:cNvGrpSpPr/>
          <p:nvPr/>
        </p:nvGrpSpPr>
        <p:grpSpPr>
          <a:xfrm>
            <a:off x="16764000" y="-1714500"/>
            <a:ext cx="1524000" cy="857250"/>
            <a:chOff x="0" y="0"/>
            <a:chExt cx="1524000" cy="857250"/>
          </a:xfrm>
        </p:grpSpPr>
        <p:sp>
          <p:nvSpPr>
            <p:cNvPr id="4622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4623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4627" name="Сгруппировать"/>
          <p:cNvGrpSpPr/>
          <p:nvPr/>
        </p:nvGrpSpPr>
        <p:grpSpPr>
          <a:xfrm>
            <a:off x="15240000" y="-857250"/>
            <a:ext cx="1524000" cy="857250"/>
            <a:chOff x="0" y="0"/>
            <a:chExt cx="1524000" cy="857250"/>
          </a:xfrm>
        </p:grpSpPr>
        <p:sp>
          <p:nvSpPr>
            <p:cNvPr id="4625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4626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4630" name="Сгруппировать"/>
          <p:cNvGrpSpPr/>
          <p:nvPr/>
        </p:nvGrpSpPr>
        <p:grpSpPr>
          <a:xfrm>
            <a:off x="19812000" y="-1714500"/>
            <a:ext cx="1524000" cy="857250"/>
            <a:chOff x="0" y="0"/>
            <a:chExt cx="1524000" cy="857250"/>
          </a:xfrm>
        </p:grpSpPr>
        <p:sp>
          <p:nvSpPr>
            <p:cNvPr id="4628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4629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4633" name="Сгруппировать"/>
          <p:cNvGrpSpPr/>
          <p:nvPr/>
        </p:nvGrpSpPr>
        <p:grpSpPr>
          <a:xfrm>
            <a:off x="18288000" y="-857250"/>
            <a:ext cx="1524000" cy="857250"/>
            <a:chOff x="0" y="0"/>
            <a:chExt cx="1524000" cy="857250"/>
          </a:xfrm>
        </p:grpSpPr>
        <p:sp>
          <p:nvSpPr>
            <p:cNvPr id="4631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4632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4636" name="Сгруппировать"/>
          <p:cNvGrpSpPr/>
          <p:nvPr/>
        </p:nvGrpSpPr>
        <p:grpSpPr>
          <a:xfrm>
            <a:off x="22860000" y="-1714500"/>
            <a:ext cx="1524000" cy="857250"/>
            <a:chOff x="0" y="0"/>
            <a:chExt cx="1524000" cy="857250"/>
          </a:xfrm>
        </p:grpSpPr>
        <p:sp>
          <p:nvSpPr>
            <p:cNvPr id="4634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4635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4639" name="Сгруппировать"/>
          <p:cNvGrpSpPr/>
          <p:nvPr/>
        </p:nvGrpSpPr>
        <p:grpSpPr>
          <a:xfrm>
            <a:off x="21336000" y="-857250"/>
            <a:ext cx="1524000" cy="857250"/>
            <a:chOff x="0" y="0"/>
            <a:chExt cx="1524000" cy="857250"/>
          </a:xfrm>
        </p:grpSpPr>
        <p:sp>
          <p:nvSpPr>
            <p:cNvPr id="4637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4638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4642" name="Сгруппировать"/>
          <p:cNvGrpSpPr/>
          <p:nvPr/>
        </p:nvGrpSpPr>
        <p:grpSpPr>
          <a:xfrm>
            <a:off x="-1524000" y="0"/>
            <a:ext cx="1524000" cy="857251"/>
            <a:chOff x="0" y="0"/>
            <a:chExt cx="1524000" cy="857250"/>
          </a:xfrm>
        </p:grpSpPr>
        <p:sp>
          <p:nvSpPr>
            <p:cNvPr id="4640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4641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4645" name="Сгруппировать"/>
          <p:cNvGrpSpPr/>
          <p:nvPr/>
        </p:nvGrpSpPr>
        <p:grpSpPr>
          <a:xfrm>
            <a:off x="-1524000" y="12858750"/>
            <a:ext cx="1524000" cy="857250"/>
            <a:chOff x="0" y="0"/>
            <a:chExt cx="1524000" cy="857250"/>
          </a:xfrm>
        </p:grpSpPr>
        <p:sp>
          <p:nvSpPr>
            <p:cNvPr id="4643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4644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4648" name="Сгруппировать"/>
          <p:cNvGrpSpPr/>
          <p:nvPr/>
        </p:nvGrpSpPr>
        <p:grpSpPr>
          <a:xfrm>
            <a:off x="-1651000" y="12001500"/>
            <a:ext cx="1524000" cy="857250"/>
            <a:chOff x="0" y="0"/>
            <a:chExt cx="1524000" cy="857250"/>
          </a:xfrm>
        </p:grpSpPr>
        <p:sp>
          <p:nvSpPr>
            <p:cNvPr id="4646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4647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3509235978"/>
      </p:ext>
    </p:extLst>
  </p:cSld>
  <p:clrMapOvr>
    <a:masterClrMapping/>
  </p:clrMapOvr>
  <p:transition spd="med"/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0" name="Экосистема"/>
          <p:cNvSpPr txBox="1"/>
          <p:nvPr/>
        </p:nvSpPr>
        <p:spPr>
          <a:xfrm>
            <a:off x="1524000" y="1338870"/>
            <a:ext cx="5833328" cy="12475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>
            <a:spAutoFit/>
          </a:bodyPr>
          <a:lstStyle>
            <a:lvl1pPr algn="l">
              <a:lnSpc>
                <a:spcPct val="70000"/>
              </a:lnSpc>
              <a:defRPr sz="10000" spc="-100">
                <a:solidFill>
                  <a:srgbClr val="FFFFFF"/>
                </a:solidFill>
                <a:latin typeface="SB Sans Display Semibold"/>
                <a:ea typeface="SB Sans Display Semibold"/>
                <a:cs typeface="SB Sans Display Semibold"/>
                <a:sym typeface="SB Sans Display Semibold"/>
              </a:defRPr>
            </a:lvl1pPr>
          </a:lstStyle>
          <a:p>
            <a:r>
              <a:rPr lang="ru-RU" sz="9600" dirty="0"/>
              <a:t>Стартеры</a:t>
            </a:r>
          </a:p>
        </p:txBody>
      </p:sp>
      <p:sp>
        <p:nvSpPr>
          <p:cNvPr id="1013" name="Начало контента"/>
          <p:cNvSpPr txBox="1"/>
          <p:nvPr/>
        </p:nvSpPr>
        <p:spPr>
          <a:xfrm>
            <a:off x="1549400" y="2844981"/>
            <a:ext cx="21498560" cy="830868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50800" tIns="50800" rIns="50800" bIns="50800">
            <a:spAutoFit/>
          </a:bodyPr>
          <a:lstStyle>
            <a:lvl1pPr algn="l">
              <a:lnSpc>
                <a:spcPct val="110000"/>
              </a:lnSpc>
              <a:defRPr sz="3000">
                <a:solidFill>
                  <a:srgbClr val="FFFFFF"/>
                </a:solidFill>
                <a:latin typeface="SB Sans Text Light"/>
                <a:ea typeface="SB Sans Text Light"/>
                <a:cs typeface="SB Sans Text Light"/>
                <a:sym typeface="SB Sans Text Light"/>
              </a:defRPr>
            </a:lvl1pPr>
          </a:lstStyle>
          <a:p>
            <a:r>
              <a:rPr lang="ru-RU" sz="5400" dirty="0" err="1"/>
              <a:t>Spring</a:t>
            </a:r>
            <a:r>
              <a:rPr lang="ru-RU" sz="5400" dirty="0"/>
              <a:t> </a:t>
            </a:r>
            <a:r>
              <a:rPr lang="ru-RU" sz="5400" dirty="0" err="1"/>
              <a:t>Boot</a:t>
            </a:r>
            <a:r>
              <a:rPr lang="ru-RU" sz="5400" dirty="0"/>
              <a:t> реализует принцип </a:t>
            </a:r>
            <a:r>
              <a:rPr lang="ru-RU" sz="5400" dirty="0">
                <a:gradFill flip="none" rotWithShape="1">
                  <a:gsLst>
                    <a:gs pos="0">
                      <a:srgbClr val="34E234"/>
                    </a:gs>
                    <a:gs pos="50594">
                      <a:srgbClr val="22E5A0"/>
                    </a:gs>
                    <a:gs pos="100000">
                      <a:srgbClr val="5AB0FF"/>
                    </a:gs>
                  </a:gsLst>
                  <a:lin ang="0" scaled="0"/>
                </a:gradFill>
                <a:latin typeface="SB Sans Display Semibold"/>
                <a:cs typeface="SB Sans Display Semibold"/>
              </a:rPr>
              <a:t>"</a:t>
            </a:r>
            <a:r>
              <a:rPr lang="ru-RU" sz="5400" dirty="0" err="1">
                <a:gradFill flip="none" rotWithShape="1">
                  <a:gsLst>
                    <a:gs pos="0">
                      <a:srgbClr val="34E234"/>
                    </a:gs>
                    <a:gs pos="50594">
                      <a:srgbClr val="22E5A0"/>
                    </a:gs>
                    <a:gs pos="100000">
                      <a:srgbClr val="5AB0FF"/>
                    </a:gs>
                  </a:gsLst>
                  <a:lin ang="0" scaled="0"/>
                </a:gradFill>
                <a:latin typeface="SB Sans Display Semibold"/>
                <a:cs typeface="SB Sans Display Semibold"/>
              </a:rPr>
              <a:t>convention</a:t>
            </a:r>
            <a:r>
              <a:rPr lang="ru-RU" sz="5400" dirty="0">
                <a:gradFill flip="none" rotWithShape="1">
                  <a:gsLst>
                    <a:gs pos="0">
                      <a:srgbClr val="34E234"/>
                    </a:gs>
                    <a:gs pos="50594">
                      <a:srgbClr val="22E5A0"/>
                    </a:gs>
                    <a:gs pos="100000">
                      <a:srgbClr val="5AB0FF"/>
                    </a:gs>
                  </a:gsLst>
                  <a:lin ang="0" scaled="0"/>
                </a:gradFill>
                <a:latin typeface="SB Sans Display Semibold"/>
                <a:cs typeface="SB Sans Display Semibold"/>
              </a:rPr>
              <a:t> </a:t>
            </a:r>
            <a:r>
              <a:rPr lang="ru-RU" sz="5400" dirty="0" err="1">
                <a:gradFill flip="none" rotWithShape="1">
                  <a:gsLst>
                    <a:gs pos="0">
                      <a:srgbClr val="34E234"/>
                    </a:gs>
                    <a:gs pos="50594">
                      <a:srgbClr val="22E5A0"/>
                    </a:gs>
                    <a:gs pos="100000">
                      <a:srgbClr val="5AB0FF"/>
                    </a:gs>
                  </a:gsLst>
                  <a:lin ang="0" scaled="0"/>
                </a:gradFill>
                <a:latin typeface="SB Sans Display Semibold"/>
                <a:cs typeface="SB Sans Display Semibold"/>
              </a:rPr>
              <a:t>over</a:t>
            </a:r>
            <a:r>
              <a:rPr lang="ru-RU" sz="5400" dirty="0">
                <a:gradFill flip="none" rotWithShape="1">
                  <a:gsLst>
                    <a:gs pos="0">
                      <a:srgbClr val="34E234"/>
                    </a:gs>
                    <a:gs pos="50594">
                      <a:srgbClr val="22E5A0"/>
                    </a:gs>
                    <a:gs pos="100000">
                      <a:srgbClr val="5AB0FF"/>
                    </a:gs>
                  </a:gsLst>
                  <a:lin ang="0" scaled="0"/>
                </a:gradFill>
                <a:latin typeface="SB Sans Display Semibold"/>
                <a:cs typeface="SB Sans Display Semibold"/>
              </a:rPr>
              <a:t> </a:t>
            </a:r>
            <a:r>
              <a:rPr lang="ru-RU" sz="5400" dirty="0" err="1">
                <a:gradFill flip="none" rotWithShape="1">
                  <a:gsLst>
                    <a:gs pos="0">
                      <a:srgbClr val="34E234"/>
                    </a:gs>
                    <a:gs pos="50594">
                      <a:srgbClr val="22E5A0"/>
                    </a:gs>
                    <a:gs pos="100000">
                      <a:srgbClr val="5AB0FF"/>
                    </a:gs>
                  </a:gsLst>
                  <a:lin ang="0" scaled="0"/>
                </a:gradFill>
                <a:latin typeface="SB Sans Display Semibold"/>
                <a:cs typeface="SB Sans Display Semibold"/>
              </a:rPr>
              <a:t>configuration</a:t>
            </a:r>
            <a:r>
              <a:rPr lang="ru-RU" sz="5400" dirty="0">
                <a:gradFill flip="none" rotWithShape="1">
                  <a:gsLst>
                    <a:gs pos="0">
                      <a:srgbClr val="34E234"/>
                    </a:gs>
                    <a:gs pos="50594">
                      <a:srgbClr val="22E5A0"/>
                    </a:gs>
                    <a:gs pos="100000">
                      <a:srgbClr val="5AB0FF"/>
                    </a:gs>
                  </a:gsLst>
                  <a:lin ang="0" scaled="0"/>
                </a:gradFill>
                <a:latin typeface="SB Sans Display Semibold"/>
                <a:cs typeface="SB Sans Display Semibold"/>
              </a:rPr>
              <a:t>" (конвенция важнее конфигурации)</a:t>
            </a:r>
            <a:r>
              <a:rPr lang="ru-RU" sz="5400" dirty="0"/>
              <a:t>, позволяя разработчикам быстрее запускать приложения, сосредоточиться на бизнес-логике и писать меньше шаблонного кода.</a:t>
            </a:r>
          </a:p>
          <a:p>
            <a:endParaRPr lang="ru-RU" sz="5400" dirty="0"/>
          </a:p>
          <a:p>
            <a:r>
              <a:rPr lang="ru-RU" sz="5400" dirty="0"/>
              <a:t>Это подход, при котором фреймворк предоставляет разумные настройки "по умолчанию". Если следовать стандартной структуре и правилам, то </a:t>
            </a:r>
            <a:r>
              <a:rPr lang="ru-RU" sz="5400" dirty="0">
                <a:gradFill flip="none" rotWithShape="1">
                  <a:gsLst>
                    <a:gs pos="0">
                      <a:srgbClr val="34E234"/>
                    </a:gs>
                    <a:gs pos="50594">
                      <a:srgbClr val="22E5A0"/>
                    </a:gs>
                    <a:gs pos="100000">
                      <a:srgbClr val="5AB0FF"/>
                    </a:gs>
                  </a:gsLst>
                  <a:lin ang="0" scaled="0"/>
                </a:gradFill>
                <a:latin typeface="SB Sans Display Semibold"/>
                <a:cs typeface="SB Sans Display Semibold"/>
              </a:rPr>
              <a:t>не нужно настраивать ничего вручную — всё просто "работает".</a:t>
            </a:r>
          </a:p>
        </p:txBody>
      </p:sp>
      <p:sp>
        <p:nvSpPr>
          <p:cNvPr id="1014" name="2"/>
          <p:cNvSpPr txBox="1"/>
          <p:nvPr/>
        </p:nvSpPr>
        <p:spPr>
          <a:xfrm>
            <a:off x="22757343" y="12515746"/>
            <a:ext cx="102657" cy="34310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 algn="r">
              <a:lnSpc>
                <a:spcPct val="110000"/>
              </a:lnSpc>
              <a:defRPr sz="1500">
                <a:solidFill>
                  <a:srgbClr val="FFFFFF"/>
                </a:solidFill>
                <a:latin typeface="SB Sans Text"/>
                <a:ea typeface="SB Sans Text"/>
                <a:cs typeface="SB Sans Text"/>
                <a:sym typeface="SB Sans Text"/>
              </a:defRPr>
            </a:lvl1pPr>
          </a:lstStyle>
          <a:p>
            <a:endParaRPr dirty="0"/>
          </a:p>
        </p:txBody>
      </p:sp>
      <p:grpSp>
        <p:nvGrpSpPr>
          <p:cNvPr id="1017" name="Сгруппировать"/>
          <p:cNvGrpSpPr/>
          <p:nvPr/>
        </p:nvGrpSpPr>
        <p:grpSpPr>
          <a:xfrm>
            <a:off x="12192000" y="-857250"/>
            <a:ext cx="1524000" cy="857250"/>
            <a:chOff x="0" y="0"/>
            <a:chExt cx="1524000" cy="857250"/>
          </a:xfrm>
        </p:grpSpPr>
        <p:sp>
          <p:nvSpPr>
            <p:cNvPr id="1015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34E234">
                <a:alpha val="50172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1016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1020" name="Сгруппировать"/>
          <p:cNvGrpSpPr/>
          <p:nvPr/>
        </p:nvGrpSpPr>
        <p:grpSpPr>
          <a:xfrm>
            <a:off x="10668000" y="-1714500"/>
            <a:ext cx="1524000" cy="857250"/>
            <a:chOff x="0" y="0"/>
            <a:chExt cx="1524000" cy="857250"/>
          </a:xfrm>
        </p:grpSpPr>
        <p:sp>
          <p:nvSpPr>
            <p:cNvPr id="1018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1019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1023" name="Сгруппировать"/>
          <p:cNvGrpSpPr/>
          <p:nvPr/>
        </p:nvGrpSpPr>
        <p:grpSpPr>
          <a:xfrm>
            <a:off x="13716000" y="-1714500"/>
            <a:ext cx="1524000" cy="857250"/>
            <a:chOff x="0" y="0"/>
            <a:chExt cx="1524000" cy="857250"/>
          </a:xfrm>
        </p:grpSpPr>
        <p:sp>
          <p:nvSpPr>
            <p:cNvPr id="1021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1022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1026" name="Сгруппировать"/>
          <p:cNvGrpSpPr/>
          <p:nvPr/>
        </p:nvGrpSpPr>
        <p:grpSpPr>
          <a:xfrm>
            <a:off x="9144000" y="-857250"/>
            <a:ext cx="1524000" cy="857250"/>
            <a:chOff x="0" y="0"/>
            <a:chExt cx="1524000" cy="857250"/>
          </a:xfrm>
        </p:grpSpPr>
        <p:sp>
          <p:nvSpPr>
            <p:cNvPr id="1024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1025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1029" name="Сгруппировать"/>
          <p:cNvGrpSpPr/>
          <p:nvPr/>
        </p:nvGrpSpPr>
        <p:grpSpPr>
          <a:xfrm>
            <a:off x="7620000" y="-1714500"/>
            <a:ext cx="1524000" cy="857250"/>
            <a:chOff x="0" y="0"/>
            <a:chExt cx="1524000" cy="857250"/>
          </a:xfrm>
        </p:grpSpPr>
        <p:sp>
          <p:nvSpPr>
            <p:cNvPr id="1027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1028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1032" name="Сгруппировать"/>
          <p:cNvGrpSpPr/>
          <p:nvPr/>
        </p:nvGrpSpPr>
        <p:grpSpPr>
          <a:xfrm>
            <a:off x="6096000" y="-857250"/>
            <a:ext cx="1524000" cy="857250"/>
            <a:chOff x="0" y="0"/>
            <a:chExt cx="1524000" cy="857250"/>
          </a:xfrm>
        </p:grpSpPr>
        <p:sp>
          <p:nvSpPr>
            <p:cNvPr id="1030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1031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1035" name="Сгруппировать"/>
          <p:cNvGrpSpPr/>
          <p:nvPr/>
        </p:nvGrpSpPr>
        <p:grpSpPr>
          <a:xfrm>
            <a:off x="4572000" y="-1714500"/>
            <a:ext cx="1524000" cy="857250"/>
            <a:chOff x="0" y="0"/>
            <a:chExt cx="1524000" cy="857250"/>
          </a:xfrm>
        </p:grpSpPr>
        <p:sp>
          <p:nvSpPr>
            <p:cNvPr id="1033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1034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1038" name="Сгруппировать"/>
          <p:cNvGrpSpPr/>
          <p:nvPr/>
        </p:nvGrpSpPr>
        <p:grpSpPr>
          <a:xfrm>
            <a:off x="3048000" y="-857250"/>
            <a:ext cx="1524000" cy="857250"/>
            <a:chOff x="0" y="0"/>
            <a:chExt cx="1524000" cy="857250"/>
          </a:xfrm>
        </p:grpSpPr>
        <p:sp>
          <p:nvSpPr>
            <p:cNvPr id="1036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1037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1041" name="Сгруппировать"/>
          <p:cNvGrpSpPr/>
          <p:nvPr/>
        </p:nvGrpSpPr>
        <p:grpSpPr>
          <a:xfrm>
            <a:off x="1524000" y="-1714500"/>
            <a:ext cx="1524000" cy="857250"/>
            <a:chOff x="0" y="0"/>
            <a:chExt cx="1524000" cy="857250"/>
          </a:xfrm>
        </p:grpSpPr>
        <p:sp>
          <p:nvSpPr>
            <p:cNvPr id="1039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1040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1044" name="Сгруппировать"/>
          <p:cNvGrpSpPr/>
          <p:nvPr/>
        </p:nvGrpSpPr>
        <p:grpSpPr>
          <a:xfrm>
            <a:off x="0" y="-857250"/>
            <a:ext cx="1524001" cy="857250"/>
            <a:chOff x="0" y="0"/>
            <a:chExt cx="1524000" cy="857250"/>
          </a:xfrm>
        </p:grpSpPr>
        <p:sp>
          <p:nvSpPr>
            <p:cNvPr id="1042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1043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1047" name="Сгруппировать"/>
          <p:cNvGrpSpPr/>
          <p:nvPr/>
        </p:nvGrpSpPr>
        <p:grpSpPr>
          <a:xfrm>
            <a:off x="16764000" y="-1714500"/>
            <a:ext cx="1524000" cy="857250"/>
            <a:chOff x="0" y="0"/>
            <a:chExt cx="1524000" cy="857250"/>
          </a:xfrm>
        </p:grpSpPr>
        <p:sp>
          <p:nvSpPr>
            <p:cNvPr id="1045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1046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1050" name="Сгруппировать"/>
          <p:cNvGrpSpPr/>
          <p:nvPr/>
        </p:nvGrpSpPr>
        <p:grpSpPr>
          <a:xfrm>
            <a:off x="15240000" y="-857250"/>
            <a:ext cx="1524000" cy="857250"/>
            <a:chOff x="0" y="0"/>
            <a:chExt cx="1524000" cy="857250"/>
          </a:xfrm>
        </p:grpSpPr>
        <p:sp>
          <p:nvSpPr>
            <p:cNvPr id="1048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1049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1053" name="Сгруппировать"/>
          <p:cNvGrpSpPr/>
          <p:nvPr/>
        </p:nvGrpSpPr>
        <p:grpSpPr>
          <a:xfrm>
            <a:off x="19812000" y="-1714500"/>
            <a:ext cx="1524000" cy="857250"/>
            <a:chOff x="0" y="0"/>
            <a:chExt cx="1524000" cy="857250"/>
          </a:xfrm>
        </p:grpSpPr>
        <p:sp>
          <p:nvSpPr>
            <p:cNvPr id="1051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1052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1056" name="Сгруппировать"/>
          <p:cNvGrpSpPr/>
          <p:nvPr/>
        </p:nvGrpSpPr>
        <p:grpSpPr>
          <a:xfrm>
            <a:off x="18288000" y="-857250"/>
            <a:ext cx="1524000" cy="857250"/>
            <a:chOff x="0" y="0"/>
            <a:chExt cx="1524000" cy="857250"/>
          </a:xfrm>
        </p:grpSpPr>
        <p:sp>
          <p:nvSpPr>
            <p:cNvPr id="1054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1055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1059" name="Сгруппировать"/>
          <p:cNvGrpSpPr/>
          <p:nvPr/>
        </p:nvGrpSpPr>
        <p:grpSpPr>
          <a:xfrm>
            <a:off x="22860000" y="-1714500"/>
            <a:ext cx="1524000" cy="857250"/>
            <a:chOff x="0" y="0"/>
            <a:chExt cx="1524000" cy="857250"/>
          </a:xfrm>
        </p:grpSpPr>
        <p:sp>
          <p:nvSpPr>
            <p:cNvPr id="1057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1058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1062" name="Сгруппировать"/>
          <p:cNvGrpSpPr/>
          <p:nvPr/>
        </p:nvGrpSpPr>
        <p:grpSpPr>
          <a:xfrm>
            <a:off x="21336000" y="-857250"/>
            <a:ext cx="1524000" cy="857250"/>
            <a:chOff x="0" y="0"/>
            <a:chExt cx="1524000" cy="857250"/>
          </a:xfrm>
        </p:grpSpPr>
        <p:sp>
          <p:nvSpPr>
            <p:cNvPr id="1060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1061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1065" name="Сгруппировать"/>
          <p:cNvGrpSpPr/>
          <p:nvPr/>
        </p:nvGrpSpPr>
        <p:grpSpPr>
          <a:xfrm>
            <a:off x="-1524000" y="0"/>
            <a:ext cx="1524000" cy="857251"/>
            <a:chOff x="0" y="0"/>
            <a:chExt cx="1524000" cy="857250"/>
          </a:xfrm>
        </p:grpSpPr>
        <p:sp>
          <p:nvSpPr>
            <p:cNvPr id="1063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1064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1068" name="Сгруппировать"/>
          <p:cNvGrpSpPr/>
          <p:nvPr/>
        </p:nvGrpSpPr>
        <p:grpSpPr>
          <a:xfrm>
            <a:off x="-1524000" y="12858750"/>
            <a:ext cx="1524000" cy="857250"/>
            <a:chOff x="0" y="0"/>
            <a:chExt cx="1524000" cy="857250"/>
          </a:xfrm>
        </p:grpSpPr>
        <p:sp>
          <p:nvSpPr>
            <p:cNvPr id="1066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1067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1071" name="Сгруппировать"/>
          <p:cNvGrpSpPr/>
          <p:nvPr/>
        </p:nvGrpSpPr>
        <p:grpSpPr>
          <a:xfrm>
            <a:off x="-1651000" y="12001500"/>
            <a:ext cx="1524000" cy="857250"/>
            <a:chOff x="0" y="0"/>
            <a:chExt cx="1524000" cy="857250"/>
          </a:xfrm>
        </p:grpSpPr>
        <p:sp>
          <p:nvSpPr>
            <p:cNvPr id="1069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1070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3031041818"/>
      </p:ext>
    </p:extLst>
  </p:cSld>
  <p:clrMapOvr>
    <a:masterClrMapping/>
  </p:clrMapOvr>
  <p:transition spd="med"/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0" name="Экосистема"/>
          <p:cNvSpPr txBox="1"/>
          <p:nvPr/>
        </p:nvSpPr>
        <p:spPr>
          <a:xfrm>
            <a:off x="1524000" y="1338870"/>
            <a:ext cx="16841149" cy="12475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>
            <a:spAutoFit/>
          </a:bodyPr>
          <a:lstStyle>
            <a:lvl1pPr algn="l">
              <a:lnSpc>
                <a:spcPct val="70000"/>
              </a:lnSpc>
              <a:defRPr sz="10000" spc="-100">
                <a:solidFill>
                  <a:srgbClr val="FFFFFF"/>
                </a:solidFill>
                <a:latin typeface="SB Sans Display Semibold"/>
                <a:ea typeface="SB Sans Display Semibold"/>
                <a:cs typeface="SB Sans Display Semibold"/>
                <a:sym typeface="SB Sans Display Semibold"/>
              </a:defRPr>
            </a:lvl1pPr>
          </a:lstStyle>
          <a:p>
            <a:r>
              <a:rPr lang="ru-RU" sz="9600" dirty="0"/>
              <a:t>Дополнительные аннотации</a:t>
            </a:r>
            <a:endParaRPr lang="ru-RU" dirty="0"/>
          </a:p>
        </p:txBody>
      </p:sp>
      <p:sp>
        <p:nvSpPr>
          <p:cNvPr id="1014" name="2"/>
          <p:cNvSpPr txBox="1"/>
          <p:nvPr/>
        </p:nvSpPr>
        <p:spPr>
          <a:xfrm>
            <a:off x="22757343" y="12515746"/>
            <a:ext cx="102657" cy="34310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 algn="r">
              <a:lnSpc>
                <a:spcPct val="110000"/>
              </a:lnSpc>
              <a:defRPr sz="1500">
                <a:solidFill>
                  <a:srgbClr val="FFFFFF"/>
                </a:solidFill>
                <a:latin typeface="SB Sans Text"/>
                <a:ea typeface="SB Sans Text"/>
                <a:cs typeface="SB Sans Text"/>
                <a:sym typeface="SB Sans Text"/>
              </a:defRPr>
            </a:lvl1pPr>
          </a:lstStyle>
          <a:p>
            <a:endParaRPr dirty="0"/>
          </a:p>
        </p:txBody>
      </p:sp>
      <p:grpSp>
        <p:nvGrpSpPr>
          <p:cNvPr id="1017" name="Сгруппировать"/>
          <p:cNvGrpSpPr/>
          <p:nvPr/>
        </p:nvGrpSpPr>
        <p:grpSpPr>
          <a:xfrm>
            <a:off x="12192000" y="-857250"/>
            <a:ext cx="1524000" cy="857250"/>
            <a:chOff x="0" y="0"/>
            <a:chExt cx="1524000" cy="857250"/>
          </a:xfrm>
        </p:grpSpPr>
        <p:sp>
          <p:nvSpPr>
            <p:cNvPr id="1015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34E234">
                <a:alpha val="50172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1016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1020" name="Сгруппировать"/>
          <p:cNvGrpSpPr/>
          <p:nvPr/>
        </p:nvGrpSpPr>
        <p:grpSpPr>
          <a:xfrm>
            <a:off x="10668000" y="-1714500"/>
            <a:ext cx="1524000" cy="857250"/>
            <a:chOff x="0" y="0"/>
            <a:chExt cx="1524000" cy="857250"/>
          </a:xfrm>
        </p:grpSpPr>
        <p:sp>
          <p:nvSpPr>
            <p:cNvPr id="1018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1019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1023" name="Сгруппировать"/>
          <p:cNvGrpSpPr/>
          <p:nvPr/>
        </p:nvGrpSpPr>
        <p:grpSpPr>
          <a:xfrm>
            <a:off x="13716000" y="-1714500"/>
            <a:ext cx="1524000" cy="857250"/>
            <a:chOff x="0" y="0"/>
            <a:chExt cx="1524000" cy="857250"/>
          </a:xfrm>
        </p:grpSpPr>
        <p:sp>
          <p:nvSpPr>
            <p:cNvPr id="1021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1022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1026" name="Сгруппировать"/>
          <p:cNvGrpSpPr/>
          <p:nvPr/>
        </p:nvGrpSpPr>
        <p:grpSpPr>
          <a:xfrm>
            <a:off x="9144000" y="-857250"/>
            <a:ext cx="1524000" cy="857250"/>
            <a:chOff x="0" y="0"/>
            <a:chExt cx="1524000" cy="857250"/>
          </a:xfrm>
        </p:grpSpPr>
        <p:sp>
          <p:nvSpPr>
            <p:cNvPr id="1024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1025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1029" name="Сгруппировать"/>
          <p:cNvGrpSpPr/>
          <p:nvPr/>
        </p:nvGrpSpPr>
        <p:grpSpPr>
          <a:xfrm>
            <a:off x="7620000" y="-1714500"/>
            <a:ext cx="1524000" cy="857250"/>
            <a:chOff x="0" y="0"/>
            <a:chExt cx="1524000" cy="857250"/>
          </a:xfrm>
        </p:grpSpPr>
        <p:sp>
          <p:nvSpPr>
            <p:cNvPr id="1027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1028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1032" name="Сгруппировать"/>
          <p:cNvGrpSpPr/>
          <p:nvPr/>
        </p:nvGrpSpPr>
        <p:grpSpPr>
          <a:xfrm>
            <a:off x="6096000" y="-857250"/>
            <a:ext cx="1524000" cy="857250"/>
            <a:chOff x="0" y="0"/>
            <a:chExt cx="1524000" cy="857250"/>
          </a:xfrm>
        </p:grpSpPr>
        <p:sp>
          <p:nvSpPr>
            <p:cNvPr id="1030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1031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1035" name="Сгруппировать"/>
          <p:cNvGrpSpPr/>
          <p:nvPr/>
        </p:nvGrpSpPr>
        <p:grpSpPr>
          <a:xfrm>
            <a:off x="4572000" y="-1714500"/>
            <a:ext cx="1524000" cy="857250"/>
            <a:chOff x="0" y="0"/>
            <a:chExt cx="1524000" cy="857250"/>
          </a:xfrm>
        </p:grpSpPr>
        <p:sp>
          <p:nvSpPr>
            <p:cNvPr id="1033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1034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1038" name="Сгруппировать"/>
          <p:cNvGrpSpPr/>
          <p:nvPr/>
        </p:nvGrpSpPr>
        <p:grpSpPr>
          <a:xfrm>
            <a:off x="3048000" y="-857250"/>
            <a:ext cx="1524000" cy="857250"/>
            <a:chOff x="0" y="0"/>
            <a:chExt cx="1524000" cy="857250"/>
          </a:xfrm>
        </p:grpSpPr>
        <p:sp>
          <p:nvSpPr>
            <p:cNvPr id="1036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1037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1041" name="Сгруппировать"/>
          <p:cNvGrpSpPr/>
          <p:nvPr/>
        </p:nvGrpSpPr>
        <p:grpSpPr>
          <a:xfrm>
            <a:off x="1524000" y="-1714500"/>
            <a:ext cx="1524000" cy="857250"/>
            <a:chOff x="0" y="0"/>
            <a:chExt cx="1524000" cy="857250"/>
          </a:xfrm>
        </p:grpSpPr>
        <p:sp>
          <p:nvSpPr>
            <p:cNvPr id="1039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1040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1044" name="Сгруппировать"/>
          <p:cNvGrpSpPr/>
          <p:nvPr/>
        </p:nvGrpSpPr>
        <p:grpSpPr>
          <a:xfrm>
            <a:off x="0" y="-857250"/>
            <a:ext cx="1524001" cy="857250"/>
            <a:chOff x="0" y="0"/>
            <a:chExt cx="1524000" cy="857250"/>
          </a:xfrm>
        </p:grpSpPr>
        <p:sp>
          <p:nvSpPr>
            <p:cNvPr id="1042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1043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1047" name="Сгруппировать"/>
          <p:cNvGrpSpPr/>
          <p:nvPr/>
        </p:nvGrpSpPr>
        <p:grpSpPr>
          <a:xfrm>
            <a:off x="16764000" y="-1714500"/>
            <a:ext cx="1524000" cy="857250"/>
            <a:chOff x="0" y="0"/>
            <a:chExt cx="1524000" cy="857250"/>
          </a:xfrm>
        </p:grpSpPr>
        <p:sp>
          <p:nvSpPr>
            <p:cNvPr id="1045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1046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1050" name="Сгруппировать"/>
          <p:cNvGrpSpPr/>
          <p:nvPr/>
        </p:nvGrpSpPr>
        <p:grpSpPr>
          <a:xfrm>
            <a:off x="15240000" y="-857250"/>
            <a:ext cx="1524000" cy="857250"/>
            <a:chOff x="0" y="0"/>
            <a:chExt cx="1524000" cy="857250"/>
          </a:xfrm>
        </p:grpSpPr>
        <p:sp>
          <p:nvSpPr>
            <p:cNvPr id="1048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1049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1053" name="Сгруппировать"/>
          <p:cNvGrpSpPr/>
          <p:nvPr/>
        </p:nvGrpSpPr>
        <p:grpSpPr>
          <a:xfrm>
            <a:off x="19812000" y="-1714500"/>
            <a:ext cx="1524000" cy="857250"/>
            <a:chOff x="0" y="0"/>
            <a:chExt cx="1524000" cy="857250"/>
          </a:xfrm>
        </p:grpSpPr>
        <p:sp>
          <p:nvSpPr>
            <p:cNvPr id="1051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1052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1056" name="Сгруппировать"/>
          <p:cNvGrpSpPr/>
          <p:nvPr/>
        </p:nvGrpSpPr>
        <p:grpSpPr>
          <a:xfrm>
            <a:off x="18288000" y="-857250"/>
            <a:ext cx="1524000" cy="857250"/>
            <a:chOff x="0" y="0"/>
            <a:chExt cx="1524000" cy="857250"/>
          </a:xfrm>
        </p:grpSpPr>
        <p:sp>
          <p:nvSpPr>
            <p:cNvPr id="1054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1055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1059" name="Сгруппировать"/>
          <p:cNvGrpSpPr/>
          <p:nvPr/>
        </p:nvGrpSpPr>
        <p:grpSpPr>
          <a:xfrm>
            <a:off x="22860000" y="-1714500"/>
            <a:ext cx="1524000" cy="857250"/>
            <a:chOff x="0" y="0"/>
            <a:chExt cx="1524000" cy="857250"/>
          </a:xfrm>
        </p:grpSpPr>
        <p:sp>
          <p:nvSpPr>
            <p:cNvPr id="1057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1058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1062" name="Сгруппировать"/>
          <p:cNvGrpSpPr/>
          <p:nvPr/>
        </p:nvGrpSpPr>
        <p:grpSpPr>
          <a:xfrm>
            <a:off x="21336000" y="-857250"/>
            <a:ext cx="1524000" cy="857250"/>
            <a:chOff x="0" y="0"/>
            <a:chExt cx="1524000" cy="857250"/>
          </a:xfrm>
        </p:grpSpPr>
        <p:sp>
          <p:nvSpPr>
            <p:cNvPr id="1060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1061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1065" name="Сгруппировать"/>
          <p:cNvGrpSpPr/>
          <p:nvPr/>
        </p:nvGrpSpPr>
        <p:grpSpPr>
          <a:xfrm>
            <a:off x="-1524000" y="0"/>
            <a:ext cx="1524000" cy="857251"/>
            <a:chOff x="0" y="0"/>
            <a:chExt cx="1524000" cy="857250"/>
          </a:xfrm>
        </p:grpSpPr>
        <p:sp>
          <p:nvSpPr>
            <p:cNvPr id="1063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1064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1068" name="Сгруппировать"/>
          <p:cNvGrpSpPr/>
          <p:nvPr/>
        </p:nvGrpSpPr>
        <p:grpSpPr>
          <a:xfrm>
            <a:off x="-1524000" y="12858750"/>
            <a:ext cx="1524000" cy="857250"/>
            <a:chOff x="0" y="0"/>
            <a:chExt cx="1524000" cy="857250"/>
          </a:xfrm>
        </p:grpSpPr>
        <p:sp>
          <p:nvSpPr>
            <p:cNvPr id="1066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1067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1071" name="Сгруппировать"/>
          <p:cNvGrpSpPr/>
          <p:nvPr/>
        </p:nvGrpSpPr>
        <p:grpSpPr>
          <a:xfrm>
            <a:off x="-1651000" y="12001500"/>
            <a:ext cx="1524000" cy="857250"/>
            <a:chOff x="0" y="0"/>
            <a:chExt cx="1524000" cy="857250"/>
          </a:xfrm>
        </p:grpSpPr>
        <p:sp>
          <p:nvSpPr>
            <p:cNvPr id="1069" name="Прямоугольник"/>
            <p:cNvSpPr/>
            <p:nvPr/>
          </p:nvSpPr>
          <p:spPr>
            <a:xfrm>
              <a:off x="0" y="0"/>
              <a:ext cx="1524000" cy="857250"/>
            </a:xfrm>
            <a:prstGeom prst="rect">
              <a:avLst/>
            </a:prstGeom>
            <a:solidFill>
              <a:srgbClr val="FFFFFF">
                <a:alpha val="14786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1070" name="Прямоугольник"/>
            <p:cNvSpPr/>
            <p:nvPr/>
          </p:nvSpPr>
          <p:spPr>
            <a:xfrm>
              <a:off x="25400" y="25400"/>
              <a:ext cx="1473200" cy="806450"/>
            </a:xfrm>
            <a:prstGeom prst="rect">
              <a:avLst/>
            </a:prstGeom>
            <a:solidFill>
              <a:srgbClr val="FFFFFF">
                <a:alpha val="672"/>
              </a:srgbClr>
            </a:solidFill>
            <a:ln w="12700" cap="flat">
              <a:solidFill>
                <a:srgbClr val="000000">
                  <a:alpha val="49758"/>
                </a:srgb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975504874"/>
      </p:ext>
    </p:extLst>
  </p:cSld>
  <p:clrMapOvr>
    <a:masterClrMapping/>
  </p:clrMapOvr>
  <p:transition spd="med"/>
</p:sld>
</file>

<file path=ppt/theme/theme1.xml><?xml version="1.0" encoding="utf-8"?>
<a:theme xmlns:a="http://schemas.openxmlformats.org/drawingml/2006/main" name="21_BasicWhite">
  <a:themeElements>
    <a:clrScheme name="21_BasicWhite">
      <a:dk1>
        <a:srgbClr val="5E5E5E"/>
      </a:dk1>
      <a:lt1>
        <a:srgbClr val="005E00"/>
      </a:lt1>
      <a:dk2>
        <a:srgbClr val="5E5E5E"/>
      </a:dk2>
      <a:lt2>
        <a:srgbClr val="D5D5D5"/>
      </a:lt2>
      <a:accent1>
        <a:srgbClr val="00A2FF"/>
      </a:accent1>
      <a:accent2>
        <a:srgbClr val="16E7CF"/>
      </a:accent2>
      <a:accent3>
        <a:srgbClr val="61D836"/>
      </a:accent3>
      <a:accent4>
        <a:srgbClr val="FFD932"/>
      </a:accent4>
      <a:accent5>
        <a:srgbClr val="FF644E"/>
      </a:accent5>
      <a:accent6>
        <a:srgbClr val="FF42A1"/>
      </a:accent6>
      <a:hlink>
        <a:srgbClr val="0000FF"/>
      </a:hlink>
      <a:folHlink>
        <a:srgbClr val="FF00FF"/>
      </a:folHlink>
    </a:clrScheme>
    <a:fontScheme name="21_BasicWhite">
      <a:majorFont>
        <a:latin typeface="Helvetica Neue"/>
        <a:ea typeface="Helvetica Neue"/>
        <a:cs typeface="Helvetica Neue"/>
      </a:majorFont>
      <a:minorFont>
        <a:latin typeface="Helvetica Neue"/>
        <a:ea typeface="Helvetica Neue"/>
        <a:cs typeface="Helvetica Neue"/>
      </a:minorFont>
    </a:fontScheme>
    <a:fmtScheme name="21_BasicWhit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000000"/>
        </a:solidFill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>
        <a:spAutoFit/>
      </a:bodyPr>
      <a:lstStyle>
        <a:defPPr marL="0" marR="0" indent="0" algn="ctr" defTabSz="8255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3200" b="0" i="0" u="none" strike="noStrike" cap="none" spc="0" normalizeH="0" baseline="0">
            <a:ln>
              <a:noFill/>
            </a:ln>
            <a:solidFill>
              <a:srgbClr val="FFFFFF"/>
            </a:solidFill>
            <a:effectLst/>
            <a:uFillTx/>
            <a:latin typeface="Helvetica Neue Medium"/>
            <a:ea typeface="Helvetica Neue Medium"/>
            <a:cs typeface="Helvetica Neue Medium"/>
            <a:sym typeface="Helvetica Neue Medium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25400" cap="flat">
          <a:solidFill>
            <a:srgbClr val="000000"/>
          </a:solidFill>
          <a:prstDash val="solid"/>
          <a:miter lim="4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>
        <a:spAutoFit/>
      </a:bodyPr>
      <a:lstStyle>
        <a:defPPr marL="0" marR="0" indent="0" algn="ctr" defTabSz="2438338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2400" b="0" i="0" u="none" strike="noStrike" cap="none" spc="0" normalizeH="0" baseline="0">
            <a:ln>
              <a:noFill/>
            </a:ln>
            <a:solidFill>
              <a:srgbClr val="5E5E5E"/>
            </a:solidFill>
            <a:effectLst/>
            <a:uFillTx/>
            <a:latin typeface="+mn-lt"/>
            <a:ea typeface="+mn-ea"/>
            <a:cs typeface="+mn-cs"/>
            <a:sym typeface="Helvetica Neue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ppt/theme/theme2.xml><?xml version="1.0" encoding="utf-8"?>
<a:theme xmlns:a="http://schemas.openxmlformats.org/drawingml/2006/main" name="21_BasicWhite">
  <a:themeElements>
    <a:clrScheme name="21_BasicWhite">
      <a:dk1>
        <a:srgbClr val="000000"/>
      </a:dk1>
      <a:lt1>
        <a:srgbClr val="FFFFFF"/>
      </a:lt1>
      <a:dk2>
        <a:srgbClr val="5E5E5E"/>
      </a:dk2>
      <a:lt2>
        <a:srgbClr val="D5D5D5"/>
      </a:lt2>
      <a:accent1>
        <a:srgbClr val="00A2FF"/>
      </a:accent1>
      <a:accent2>
        <a:srgbClr val="16E7CF"/>
      </a:accent2>
      <a:accent3>
        <a:srgbClr val="61D836"/>
      </a:accent3>
      <a:accent4>
        <a:srgbClr val="FFD932"/>
      </a:accent4>
      <a:accent5>
        <a:srgbClr val="FF644E"/>
      </a:accent5>
      <a:accent6>
        <a:srgbClr val="FF42A1"/>
      </a:accent6>
      <a:hlink>
        <a:srgbClr val="0000FF"/>
      </a:hlink>
      <a:folHlink>
        <a:srgbClr val="FF00FF"/>
      </a:folHlink>
    </a:clrScheme>
    <a:fontScheme name="21_BasicWhite">
      <a:majorFont>
        <a:latin typeface="Helvetica Neue"/>
        <a:ea typeface="Helvetica Neue"/>
        <a:cs typeface="Helvetica Neue"/>
      </a:majorFont>
      <a:minorFont>
        <a:latin typeface="Helvetica Neue"/>
        <a:ea typeface="Helvetica Neue"/>
        <a:cs typeface="Helvetica Neue"/>
      </a:minorFont>
    </a:fontScheme>
    <a:fmtScheme name="21_BasicWhit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000000"/>
        </a:solidFill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>
        <a:spAutoFit/>
      </a:bodyPr>
      <a:lstStyle>
        <a:defPPr marL="0" marR="0" indent="0" algn="ctr" defTabSz="8255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3200" b="0" i="0" u="none" strike="noStrike" cap="none" spc="0" normalizeH="0" baseline="0">
            <a:ln>
              <a:noFill/>
            </a:ln>
            <a:solidFill>
              <a:srgbClr val="FFFFFF"/>
            </a:solidFill>
            <a:effectLst/>
            <a:uFillTx/>
            <a:latin typeface="Helvetica Neue Medium"/>
            <a:ea typeface="Helvetica Neue Medium"/>
            <a:cs typeface="Helvetica Neue Medium"/>
            <a:sym typeface="Helvetica Neue Medium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25400" cap="flat">
          <a:solidFill>
            <a:srgbClr val="000000"/>
          </a:solidFill>
          <a:prstDash val="solid"/>
          <a:miter lim="4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>
        <a:spAutoFit/>
      </a:bodyPr>
      <a:lstStyle>
        <a:defPPr marL="0" marR="0" indent="0" algn="ctr" defTabSz="2438338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2400" b="0" i="0" u="none" strike="noStrike" cap="none" spc="0" normalizeH="0" baseline="0">
            <a:ln>
              <a:noFill/>
            </a:ln>
            <a:solidFill>
              <a:srgbClr val="5E5E5E"/>
            </a:solidFill>
            <a:effectLst/>
            <a:uFillTx/>
            <a:latin typeface="+mn-lt"/>
            <a:ea typeface="+mn-ea"/>
            <a:cs typeface="+mn-cs"/>
            <a:sym typeface="Helvetica Neue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20260</TotalTime>
  <Words>359</Words>
  <Application>Microsoft Office PowerPoint</Application>
  <PresentationFormat>Произвольный</PresentationFormat>
  <Paragraphs>71</Paragraphs>
  <Slides>33</Slides>
  <Notes>9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7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33</vt:i4>
      </vt:variant>
    </vt:vector>
  </HeadingPairs>
  <TitlesOfParts>
    <vt:vector size="41" baseType="lpstr">
      <vt:lpstr>SB Sans Text</vt:lpstr>
      <vt:lpstr>Arial</vt:lpstr>
      <vt:lpstr>Helvetica Neue Medium</vt:lpstr>
      <vt:lpstr>Helvetica Neue</vt:lpstr>
      <vt:lpstr>SB Sans Display Light</vt:lpstr>
      <vt:lpstr>SB Sans Text Light</vt:lpstr>
      <vt:lpstr>SB Sans Display Semibold</vt:lpstr>
      <vt:lpstr>21_BasicWhite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Березнев Никита Сергеевич</dc:creator>
  <cp:lastModifiedBy>Березнев Никита</cp:lastModifiedBy>
  <cp:revision>282</cp:revision>
  <dcterms:modified xsi:type="dcterms:W3CDTF">2025-04-15T21:23:39Z</dcterms:modified>
</cp:coreProperties>
</file>